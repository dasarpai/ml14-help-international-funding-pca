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Palatino Linotype"/>
      <p:regular r:id="rId28"/>
      <p:bold r:id="rId29"/>
      <p:italic r:id="rId30"/>
      <p:boldItalic r:id="rId31"/>
    </p:embeddedFont>
    <p:embeddedFont>
      <p:font typeface="Century Gothic"/>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6" roundtripDataSignature="AMtx7mghutgh++xFA3d3Ce6bpj+31INM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alatinoLinotype-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alatinoLinotype-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alatinoLinotype-boldItalic.fntdata"/><Relationship Id="rId30" Type="http://schemas.openxmlformats.org/officeDocument/2006/relationships/font" Target="fonts/PalatinoLinotype-italic.fntdata"/><Relationship Id="rId11" Type="http://schemas.openxmlformats.org/officeDocument/2006/relationships/slide" Target="slides/slide7.xml"/><Relationship Id="rId33" Type="http://schemas.openxmlformats.org/officeDocument/2006/relationships/font" Target="fonts/CenturyGothic-bold.fntdata"/><Relationship Id="rId10" Type="http://schemas.openxmlformats.org/officeDocument/2006/relationships/slide" Target="slides/slide6.xml"/><Relationship Id="rId32" Type="http://schemas.openxmlformats.org/officeDocument/2006/relationships/font" Target="fonts/CenturyGothic-regular.fntdata"/><Relationship Id="rId13" Type="http://schemas.openxmlformats.org/officeDocument/2006/relationships/slide" Target="slides/slide9.xml"/><Relationship Id="rId35" Type="http://schemas.openxmlformats.org/officeDocument/2006/relationships/font" Target="fonts/CenturyGothic-boldItalic.fntdata"/><Relationship Id="rId12" Type="http://schemas.openxmlformats.org/officeDocument/2006/relationships/slide" Target="slides/slide8.xml"/><Relationship Id="rId34" Type="http://schemas.openxmlformats.org/officeDocument/2006/relationships/font" Target="fonts/CenturyGothic-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2" name="Shape 202"/>
        <p:cNvGrpSpPr/>
        <p:nvPr/>
      </p:nvGrpSpPr>
      <p:grpSpPr>
        <a:xfrm>
          <a:off x="0" y="0"/>
          <a:ext cx="0" cy="0"/>
          <a:chOff x="0" y="0"/>
          <a:chExt cx="0" cy="0"/>
        </a:xfrm>
      </p:grpSpPr>
      <p:sp>
        <p:nvSpPr>
          <p:cNvPr id="203" name="Google Shape;20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Google Shape;209;g5fa81ec770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5fa81ec770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5fa81ec770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6" name="Shape 16"/>
        <p:cNvGrpSpPr/>
        <p:nvPr/>
      </p:nvGrpSpPr>
      <p:grpSpPr>
        <a:xfrm>
          <a:off x="0" y="0"/>
          <a:ext cx="0" cy="0"/>
          <a:chOff x="0" y="0"/>
          <a:chExt cx="0" cy="0"/>
        </a:xfrm>
      </p:grpSpPr>
      <p:sp>
        <p:nvSpPr>
          <p:cNvPr id="17" name="Google Shape;17;p24"/>
          <p:cNvSpPr txBox="1"/>
          <p:nvPr>
            <p:ph type="ctrTitle"/>
          </p:nvPr>
        </p:nvSpPr>
        <p:spPr>
          <a:xfrm>
            <a:off x="1524000" y="1122680"/>
            <a:ext cx="9144635" cy="2388235"/>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lt1"/>
              </a:buClr>
              <a:buSzPts val="6000"/>
              <a:buFont typeface="Arial"/>
              <a:buNone/>
              <a:defRPr sz="60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4"/>
          <p:cNvSpPr txBox="1"/>
          <p:nvPr>
            <p:ph idx="1" type="subTitle"/>
          </p:nvPr>
        </p:nvSpPr>
        <p:spPr>
          <a:xfrm>
            <a:off x="1524000" y="3602355"/>
            <a:ext cx="9144635" cy="165608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2400"/>
              <a:buFont typeface="Arial"/>
              <a:buNone/>
              <a:defRPr sz="2400">
                <a:solidFill>
                  <a:schemeClr val="lt1"/>
                </a:solidFill>
                <a:latin typeface="Arial"/>
                <a:ea typeface="Arial"/>
                <a:cs typeface="Arial"/>
                <a:sym typeface="Arial"/>
              </a:defRPr>
            </a:lvl1pPr>
            <a:lvl2pPr lvl="1" algn="ctr">
              <a:lnSpc>
                <a:spcPct val="100000"/>
              </a:lnSpc>
              <a:spcBef>
                <a:spcPts val="0"/>
              </a:spcBef>
              <a:spcAft>
                <a:spcPts val="0"/>
              </a:spcAft>
              <a:buSzPts val="2000"/>
              <a:buFont typeface="Arial"/>
              <a:buNone/>
              <a:defRPr sz="2000">
                <a:latin typeface="Arial"/>
                <a:ea typeface="Arial"/>
                <a:cs typeface="Arial"/>
                <a:sym typeface="Arial"/>
              </a:defRPr>
            </a:lvl2pPr>
            <a:lvl3pPr lvl="2" algn="ctr">
              <a:lnSpc>
                <a:spcPct val="100000"/>
              </a:lnSpc>
              <a:spcBef>
                <a:spcPts val="0"/>
              </a:spcBef>
              <a:spcAft>
                <a:spcPts val="0"/>
              </a:spcAft>
              <a:buSzPts val="1800"/>
              <a:buFont typeface="Arial"/>
              <a:buNone/>
              <a:defRPr sz="1800">
                <a:latin typeface="Arial"/>
                <a:ea typeface="Arial"/>
                <a:cs typeface="Arial"/>
                <a:sym typeface="Arial"/>
              </a:defRPr>
            </a:lvl3pPr>
            <a:lvl4pPr lvl="3" algn="ctr">
              <a:lnSpc>
                <a:spcPct val="100000"/>
              </a:lnSpc>
              <a:spcBef>
                <a:spcPts val="0"/>
              </a:spcBef>
              <a:spcAft>
                <a:spcPts val="0"/>
              </a:spcAft>
              <a:buSzPts val="1600"/>
              <a:buFont typeface="Arial"/>
              <a:buNone/>
              <a:defRPr sz="1600">
                <a:latin typeface="Arial"/>
                <a:ea typeface="Arial"/>
                <a:cs typeface="Arial"/>
                <a:sym typeface="Arial"/>
              </a:defRPr>
            </a:lvl4pPr>
            <a:lvl5pPr lvl="4" algn="ctr">
              <a:lnSpc>
                <a:spcPct val="100000"/>
              </a:lnSpc>
              <a:spcBef>
                <a:spcPts val="0"/>
              </a:spcBef>
              <a:spcAft>
                <a:spcPts val="0"/>
              </a:spcAft>
              <a:buSzPts val="1600"/>
              <a:buFont typeface="Arial"/>
              <a:buNone/>
              <a:defRPr sz="1600">
                <a:latin typeface="Arial"/>
                <a:ea typeface="Arial"/>
                <a:cs typeface="Arial"/>
                <a:sym typeface="Arial"/>
              </a:defRPr>
            </a:lvl5pPr>
            <a:lvl6pPr lvl="5" algn="ctr">
              <a:lnSpc>
                <a:spcPct val="100000"/>
              </a:lnSpc>
              <a:spcBef>
                <a:spcPts val="0"/>
              </a:spcBef>
              <a:spcAft>
                <a:spcPts val="0"/>
              </a:spcAft>
              <a:buSzPts val="1600"/>
              <a:buFont typeface="Arial"/>
              <a:buNone/>
              <a:defRPr sz="1600">
                <a:latin typeface="Arial"/>
                <a:ea typeface="Arial"/>
                <a:cs typeface="Arial"/>
                <a:sym typeface="Arial"/>
              </a:defRPr>
            </a:lvl6pPr>
            <a:lvl7pPr lvl="6" algn="ctr">
              <a:lnSpc>
                <a:spcPct val="100000"/>
              </a:lnSpc>
              <a:spcBef>
                <a:spcPts val="0"/>
              </a:spcBef>
              <a:spcAft>
                <a:spcPts val="0"/>
              </a:spcAft>
              <a:buSzPts val="1600"/>
              <a:buFont typeface="Arial"/>
              <a:buNone/>
              <a:defRPr sz="1600">
                <a:latin typeface="Arial"/>
                <a:ea typeface="Arial"/>
                <a:cs typeface="Arial"/>
                <a:sym typeface="Arial"/>
              </a:defRPr>
            </a:lvl7pPr>
            <a:lvl8pPr lvl="7" algn="ctr">
              <a:lnSpc>
                <a:spcPct val="100000"/>
              </a:lnSpc>
              <a:spcBef>
                <a:spcPts val="0"/>
              </a:spcBef>
              <a:spcAft>
                <a:spcPts val="0"/>
              </a:spcAft>
              <a:buSzPts val="1600"/>
              <a:buFont typeface="Arial"/>
              <a:buNone/>
              <a:defRPr sz="1600">
                <a:latin typeface="Arial"/>
                <a:ea typeface="Arial"/>
                <a:cs typeface="Arial"/>
                <a:sym typeface="Arial"/>
              </a:defRPr>
            </a:lvl8pPr>
            <a:lvl9pPr lvl="8" algn="ctr">
              <a:lnSpc>
                <a:spcPct val="100000"/>
              </a:lnSpc>
              <a:spcBef>
                <a:spcPts val="0"/>
              </a:spcBef>
              <a:spcAft>
                <a:spcPts val="0"/>
              </a:spcAft>
              <a:buSzPts val="1600"/>
              <a:buFont typeface="Arial"/>
              <a:buNone/>
              <a:defRPr sz="1600">
                <a:latin typeface="Arial"/>
                <a:ea typeface="Arial"/>
                <a:cs typeface="Arial"/>
                <a:sym typeface="Arial"/>
              </a:defRPr>
            </a:lvl9pPr>
          </a:lstStyle>
          <a:p/>
        </p:txBody>
      </p:sp>
      <p:sp>
        <p:nvSpPr>
          <p:cNvPr id="19" name="Google Shape;19;p24"/>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4"/>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2" name="Shape 22"/>
        <p:cNvGrpSpPr/>
        <p:nvPr/>
      </p:nvGrpSpPr>
      <p:grpSpPr>
        <a:xfrm>
          <a:off x="0" y="0"/>
          <a:ext cx="0" cy="0"/>
          <a:chOff x="0" y="0"/>
          <a:chExt cx="0" cy="0"/>
        </a:xfrm>
      </p:grpSpPr>
      <p:sp>
        <p:nvSpPr>
          <p:cNvPr id="23" name="Google Shape;23;p25"/>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5"/>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25" name="Google Shape;25;p25"/>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8" name="Shape 28"/>
        <p:cNvGrpSpPr/>
        <p:nvPr/>
      </p:nvGrpSpPr>
      <p:grpSpPr>
        <a:xfrm>
          <a:off x="0" y="0"/>
          <a:ext cx="0" cy="0"/>
          <a:chOff x="0" y="0"/>
          <a:chExt cx="0" cy="0"/>
        </a:xfrm>
      </p:grpSpPr>
      <p:pic>
        <p:nvPicPr>
          <p:cNvPr descr="C:/Users/admin/AppData/Roaming/PolarisOffice/ETemp/5312_13525584/fImage69015376500.png" id="29" name="Google Shape;29;p26"/>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30" name="Google Shape;30;p26"/>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33" name="Shape 33"/>
        <p:cNvGrpSpPr/>
        <p:nvPr/>
      </p:nvGrpSpPr>
      <p:grpSpPr>
        <a:xfrm>
          <a:off x="0" y="0"/>
          <a:ext cx="0" cy="0"/>
          <a:chOff x="0" y="0"/>
          <a:chExt cx="0" cy="0"/>
        </a:xfrm>
      </p:grpSpPr>
      <p:pic>
        <p:nvPicPr>
          <p:cNvPr descr="C:/Users/admin/AppData/Roaming/PolarisOffice/ETemp/5312_13525584/fImage69015546334.png" id="34" name="Google Shape;34;p27"/>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35" name="Google Shape;35;p27"/>
          <p:cNvSpPr txBox="1"/>
          <p:nvPr>
            <p:ph type="title"/>
          </p:nvPr>
        </p:nvSpPr>
        <p:spPr>
          <a:xfrm>
            <a:off x="838200" y="1"/>
            <a:ext cx="10516235" cy="82731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7"/>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7"/>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9" name="Shape 39"/>
        <p:cNvGrpSpPr/>
        <p:nvPr/>
      </p:nvGrpSpPr>
      <p:grpSpPr>
        <a:xfrm>
          <a:off x="0" y="0"/>
          <a:ext cx="0" cy="0"/>
          <a:chOff x="0" y="0"/>
          <a:chExt cx="0" cy="0"/>
        </a:xfrm>
      </p:grpSpPr>
      <p:pic>
        <p:nvPicPr>
          <p:cNvPr descr="C:/Users/admin/AppData/Roaming/PolarisOffice/ETemp/5312_13525584/fImage690158441.png" id="40" name="Google Shape;40;p28"/>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41" name="Google Shape;41;p28"/>
          <p:cNvSpPr txBox="1"/>
          <p:nvPr>
            <p:ph type="title"/>
          </p:nvPr>
        </p:nvSpPr>
        <p:spPr>
          <a:xfrm>
            <a:off x="838200" y="365125"/>
            <a:ext cx="10516870" cy="13271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8"/>
          <p:cNvSpPr txBox="1"/>
          <p:nvPr>
            <p:ph idx="1" type="body"/>
          </p:nvPr>
        </p:nvSpPr>
        <p:spPr>
          <a:xfrm>
            <a:off x="838200" y="1825625"/>
            <a:ext cx="5182870" cy="435292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43" name="Google Shape;43;p28"/>
          <p:cNvSpPr txBox="1"/>
          <p:nvPr>
            <p:ph idx="2" type="body"/>
          </p:nvPr>
        </p:nvSpPr>
        <p:spPr>
          <a:xfrm>
            <a:off x="6172200" y="1825625"/>
            <a:ext cx="5182870" cy="43529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44" name="Google Shape;44;p28"/>
          <p:cNvSpPr txBox="1"/>
          <p:nvPr>
            <p:ph idx="10" type="dt"/>
          </p:nvPr>
        </p:nvSpPr>
        <p:spPr>
          <a:xfrm>
            <a:off x="838200" y="6356350"/>
            <a:ext cx="2744470" cy="3663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1" type="ftr"/>
          </p:nvPr>
        </p:nvSpPr>
        <p:spPr>
          <a:xfrm>
            <a:off x="4038600" y="6356350"/>
            <a:ext cx="4116070" cy="36639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2" type="sldNum"/>
          </p:nvPr>
        </p:nvSpPr>
        <p:spPr>
          <a:xfrm>
            <a:off x="8610600" y="6356350"/>
            <a:ext cx="2744470" cy="36639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7" name="Shape 47"/>
        <p:cNvGrpSpPr/>
        <p:nvPr/>
      </p:nvGrpSpPr>
      <p:grpSpPr>
        <a:xfrm>
          <a:off x="0" y="0"/>
          <a:ext cx="0" cy="0"/>
          <a:chOff x="0" y="0"/>
          <a:chExt cx="0" cy="0"/>
        </a:xfrm>
      </p:grpSpPr>
      <p:pic>
        <p:nvPicPr>
          <p:cNvPr descr="C:/Users/admin/AppData/Roaming/PolarisOffice/ETemp/5312_13525584/fImage69015678467.png" id="48" name="Google Shape;48;p29"/>
          <p:cNvPicPr preferRelativeResize="0"/>
          <p:nvPr/>
        </p:nvPicPr>
        <p:blipFill rotWithShape="1">
          <a:blip r:embed="rId2">
            <a:alphaModFix/>
          </a:blip>
          <a:srcRect b="0" l="0" r="0" t="0"/>
          <a:stretch/>
        </p:blipFill>
        <p:spPr>
          <a:xfrm>
            <a:off x="0" y="6350"/>
            <a:ext cx="12193270" cy="6859270"/>
          </a:xfrm>
          <a:prstGeom prst="rect">
            <a:avLst/>
          </a:prstGeom>
          <a:noFill/>
          <a:ln>
            <a:noFill/>
          </a:ln>
        </p:spPr>
      </p:pic>
      <p:sp>
        <p:nvSpPr>
          <p:cNvPr id="49" name="Google Shape;49;p29"/>
          <p:cNvSpPr txBox="1"/>
          <p:nvPr>
            <p:ph type="title"/>
          </p:nvPr>
        </p:nvSpPr>
        <p:spPr>
          <a:xfrm>
            <a:off x="840105" y="365125"/>
            <a:ext cx="10516235" cy="13265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9"/>
          <p:cNvSpPr txBox="1"/>
          <p:nvPr>
            <p:ph idx="1" type="body"/>
          </p:nvPr>
        </p:nvSpPr>
        <p:spPr>
          <a:xfrm>
            <a:off x="840105" y="1687830"/>
            <a:ext cx="5158740" cy="824865"/>
          </a:xfrm>
          <a:prstGeom prst="rect">
            <a:avLst/>
          </a:prstGeom>
          <a:noFill/>
          <a:ln>
            <a:noFill/>
          </a:ln>
        </p:spPr>
        <p:txBody>
          <a:bodyPr anchorCtr="0" anchor="b"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51" name="Google Shape;51;p29"/>
          <p:cNvSpPr txBox="1"/>
          <p:nvPr>
            <p:ph idx="2" type="body"/>
          </p:nvPr>
        </p:nvSpPr>
        <p:spPr>
          <a:xfrm>
            <a:off x="840105" y="2505075"/>
            <a:ext cx="5158740" cy="36861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52" name="Google Shape;52;p29"/>
          <p:cNvSpPr txBox="1"/>
          <p:nvPr>
            <p:ph idx="3" type="body"/>
          </p:nvPr>
        </p:nvSpPr>
        <p:spPr>
          <a:xfrm>
            <a:off x="6172200" y="1687830"/>
            <a:ext cx="5184775" cy="824865"/>
          </a:xfrm>
          <a:prstGeom prst="rect">
            <a:avLst/>
          </a:prstGeom>
          <a:noFill/>
          <a:ln>
            <a:noFill/>
          </a:ln>
        </p:spPr>
        <p:txBody>
          <a:bodyPr anchorCtr="0" anchor="b"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53" name="Google Shape;53;p29"/>
          <p:cNvSpPr txBox="1"/>
          <p:nvPr>
            <p:ph idx="4" type="body"/>
          </p:nvPr>
        </p:nvSpPr>
        <p:spPr>
          <a:xfrm>
            <a:off x="6172200" y="2505075"/>
            <a:ext cx="5184775" cy="36861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
              <a:defRPr/>
            </a:lvl3pPr>
            <a:lvl4pPr indent="-342900" lvl="3" marL="1828800" algn="l">
              <a:spcBef>
                <a:spcPts val="0"/>
              </a:spcBef>
              <a:spcAft>
                <a:spcPts val="0"/>
              </a:spcAft>
              <a:buSzPts val="1800"/>
              <a:buChar char="-"/>
              <a:defRPr/>
            </a:lvl4pPr>
            <a:lvl5pPr indent="-342900" lvl="4" marL="2286000" algn="l">
              <a:spcBef>
                <a:spcPts val="0"/>
              </a:spcBef>
              <a:spcAft>
                <a:spcPts val="0"/>
              </a:spcAft>
              <a:buSzPts val="1800"/>
              <a:buChar char="»"/>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54" name="Google Shape;54;p29"/>
          <p:cNvSpPr txBox="1"/>
          <p:nvPr>
            <p:ph idx="10" type="dt"/>
          </p:nvPr>
        </p:nvSpPr>
        <p:spPr>
          <a:xfrm>
            <a:off x="838200" y="6356350"/>
            <a:ext cx="2744470" cy="36639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9"/>
          <p:cNvSpPr txBox="1"/>
          <p:nvPr>
            <p:ph idx="11" type="ftr"/>
          </p:nvPr>
        </p:nvSpPr>
        <p:spPr>
          <a:xfrm>
            <a:off x="4038600" y="6356350"/>
            <a:ext cx="4116070" cy="36639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2" type="sldNum"/>
          </p:nvPr>
        </p:nvSpPr>
        <p:spPr>
          <a:xfrm>
            <a:off x="8610600" y="6356350"/>
            <a:ext cx="2744470" cy="36639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7" name="Shape 57"/>
        <p:cNvGrpSpPr/>
        <p:nvPr/>
      </p:nvGrpSpPr>
      <p:grpSpPr>
        <a:xfrm>
          <a:off x="0" y="0"/>
          <a:ext cx="0" cy="0"/>
          <a:chOff x="0" y="0"/>
          <a:chExt cx="0" cy="0"/>
        </a:xfrm>
      </p:grpSpPr>
      <p:pic>
        <p:nvPicPr>
          <p:cNvPr descr="C:/Users/admin/AppData/Roaming/PolarisOffice/ETemp/5312_13525584/fImage69015239169.png" id="58" name="Google Shape;58;p30"/>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59" name="Google Shape;59;p30"/>
          <p:cNvSpPr txBox="1"/>
          <p:nvPr>
            <p:ph type="title"/>
          </p:nvPr>
        </p:nvSpPr>
        <p:spPr>
          <a:xfrm>
            <a:off x="840105" y="457200"/>
            <a:ext cx="3932555" cy="1600835"/>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3200"/>
              <a:buFont typeface="Arial"/>
              <a:buNone/>
              <a:defRPr sz="32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0"/>
          <p:cNvSpPr txBox="1"/>
          <p:nvPr>
            <p:ph idx="1" type="body"/>
          </p:nvPr>
        </p:nvSpPr>
        <p:spPr>
          <a:xfrm>
            <a:off x="5183505" y="987425"/>
            <a:ext cx="6172835" cy="487426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3200"/>
              <a:buFont typeface="Arial"/>
              <a:buNone/>
              <a:defRPr sz="32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2pPr>
            <a:lvl3pPr indent="-228600" lvl="2" marL="1371600" algn="l">
              <a:lnSpc>
                <a:spcPct val="100000"/>
              </a:lnSpc>
              <a:spcBef>
                <a:spcPts val="0"/>
              </a:spcBef>
              <a:spcAft>
                <a:spcPts val="0"/>
              </a:spcAft>
              <a:buClr>
                <a:schemeClr val="dk1"/>
              </a:buClr>
              <a:buSzPts val="2400"/>
              <a:buFont typeface="Arial"/>
              <a:buNone/>
              <a:defRPr sz="2400">
                <a:solidFill>
                  <a:schemeClr val="dk1"/>
                </a:solidFill>
                <a:latin typeface="Arial"/>
                <a:ea typeface="Arial"/>
                <a:cs typeface="Arial"/>
                <a:sym typeface="Arial"/>
              </a:defRPr>
            </a:lvl3pPr>
            <a:lvl4pPr indent="-228600" lvl="3" marL="1828800" algn="l">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4pPr>
            <a:lvl5pPr indent="-228600" lvl="4" marL="2286000" algn="l">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5pPr>
            <a:lvl6pPr indent="-228600" lvl="5" marL="2743200">
              <a:lnSpc>
                <a:spcPct val="100000"/>
              </a:lnSpc>
              <a:spcBef>
                <a:spcPts val="0"/>
              </a:spcBef>
              <a:spcAft>
                <a:spcPts val="0"/>
              </a:spcAft>
              <a:buSzPts val="2000"/>
              <a:buFont typeface="Arial"/>
              <a:buNone/>
              <a:defRPr sz="2000">
                <a:latin typeface="Arial"/>
                <a:ea typeface="Arial"/>
                <a:cs typeface="Arial"/>
                <a:sym typeface="Arial"/>
              </a:defRPr>
            </a:lvl6pPr>
            <a:lvl7pPr indent="-228600" lvl="6" marL="3200400">
              <a:lnSpc>
                <a:spcPct val="100000"/>
              </a:lnSpc>
              <a:spcBef>
                <a:spcPts val="0"/>
              </a:spcBef>
              <a:spcAft>
                <a:spcPts val="0"/>
              </a:spcAft>
              <a:buSzPts val="2000"/>
              <a:buFont typeface="Arial"/>
              <a:buNone/>
              <a:defRPr sz="2000">
                <a:latin typeface="Arial"/>
                <a:ea typeface="Arial"/>
                <a:cs typeface="Arial"/>
                <a:sym typeface="Arial"/>
              </a:defRPr>
            </a:lvl7pPr>
            <a:lvl8pPr indent="-228600" lvl="7" marL="3657600">
              <a:lnSpc>
                <a:spcPct val="100000"/>
              </a:lnSpc>
              <a:spcBef>
                <a:spcPts val="0"/>
              </a:spcBef>
              <a:spcAft>
                <a:spcPts val="0"/>
              </a:spcAft>
              <a:buSzPts val="2000"/>
              <a:buFont typeface="Arial"/>
              <a:buNone/>
              <a:defRPr sz="2000">
                <a:latin typeface="Arial"/>
                <a:ea typeface="Arial"/>
                <a:cs typeface="Arial"/>
                <a:sym typeface="Arial"/>
              </a:defRPr>
            </a:lvl8pPr>
            <a:lvl9pPr indent="-228600" lvl="8" marL="4114800">
              <a:lnSpc>
                <a:spcPct val="100000"/>
              </a:lnSpc>
              <a:spcBef>
                <a:spcPts val="0"/>
              </a:spcBef>
              <a:spcAft>
                <a:spcPts val="0"/>
              </a:spcAft>
              <a:buSzPts val="2000"/>
              <a:buFont typeface="Arial"/>
              <a:buNone/>
              <a:defRPr sz="2000">
                <a:latin typeface="Arial"/>
                <a:ea typeface="Arial"/>
                <a:cs typeface="Arial"/>
                <a:sym typeface="Arial"/>
              </a:defRPr>
            </a:lvl9pPr>
          </a:lstStyle>
          <a:p/>
        </p:txBody>
      </p:sp>
      <p:sp>
        <p:nvSpPr>
          <p:cNvPr id="61" name="Google Shape;61;p30"/>
          <p:cNvSpPr txBox="1"/>
          <p:nvPr>
            <p:ph idx="2" type="body"/>
          </p:nvPr>
        </p:nvSpPr>
        <p:spPr>
          <a:xfrm>
            <a:off x="840105" y="2057400"/>
            <a:ext cx="3932555" cy="38125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600"/>
              <a:buFont typeface="Arial"/>
              <a:buNone/>
              <a:defRPr sz="16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Font typeface="Arial"/>
              <a:buNone/>
              <a:defRPr sz="1400">
                <a:latin typeface="Arial"/>
                <a:ea typeface="Arial"/>
                <a:cs typeface="Arial"/>
                <a:sym typeface="Arial"/>
              </a:defRPr>
            </a:lvl2pPr>
            <a:lvl3pPr indent="-228600" lvl="2" marL="1371600" algn="l">
              <a:lnSpc>
                <a:spcPct val="100000"/>
              </a:lnSpc>
              <a:spcBef>
                <a:spcPts val="0"/>
              </a:spcBef>
              <a:spcAft>
                <a:spcPts val="0"/>
              </a:spcAft>
              <a:buSzPts val="1200"/>
              <a:buFont typeface="Arial"/>
              <a:buNone/>
              <a:defRPr sz="1200">
                <a:latin typeface="Arial"/>
                <a:ea typeface="Arial"/>
                <a:cs typeface="Arial"/>
                <a:sym typeface="Arial"/>
              </a:defRPr>
            </a:lvl3pPr>
            <a:lvl4pPr indent="-228600" lvl="3" marL="1828800" algn="l">
              <a:lnSpc>
                <a:spcPct val="100000"/>
              </a:lnSpc>
              <a:spcBef>
                <a:spcPts val="0"/>
              </a:spcBef>
              <a:spcAft>
                <a:spcPts val="0"/>
              </a:spcAft>
              <a:buSzPts val="1000"/>
              <a:buFont typeface="Arial"/>
              <a:buNone/>
              <a:defRPr sz="1000">
                <a:latin typeface="Arial"/>
                <a:ea typeface="Arial"/>
                <a:cs typeface="Arial"/>
                <a:sym typeface="Arial"/>
              </a:defRPr>
            </a:lvl4pPr>
            <a:lvl5pPr indent="-228600" lvl="4" marL="2286000" algn="l">
              <a:lnSpc>
                <a:spcPct val="100000"/>
              </a:lnSpc>
              <a:spcBef>
                <a:spcPts val="0"/>
              </a:spcBef>
              <a:spcAft>
                <a:spcPts val="0"/>
              </a:spcAft>
              <a:buSzPts val="1000"/>
              <a:buFont typeface="Arial"/>
              <a:buNone/>
              <a:defRPr sz="1000">
                <a:latin typeface="Arial"/>
                <a:ea typeface="Arial"/>
                <a:cs typeface="Arial"/>
                <a:sym typeface="Arial"/>
              </a:defRPr>
            </a:lvl5pPr>
            <a:lvl6pPr indent="-228600" lvl="5" marL="2743200">
              <a:lnSpc>
                <a:spcPct val="100000"/>
              </a:lnSpc>
              <a:spcBef>
                <a:spcPts val="0"/>
              </a:spcBef>
              <a:spcAft>
                <a:spcPts val="0"/>
              </a:spcAft>
              <a:buSzPts val="1000"/>
              <a:buFont typeface="Arial"/>
              <a:buNone/>
              <a:defRPr sz="1000">
                <a:latin typeface="Arial"/>
                <a:ea typeface="Arial"/>
                <a:cs typeface="Arial"/>
                <a:sym typeface="Arial"/>
              </a:defRPr>
            </a:lvl6pPr>
            <a:lvl7pPr indent="-228600" lvl="6" marL="3200400">
              <a:lnSpc>
                <a:spcPct val="100000"/>
              </a:lnSpc>
              <a:spcBef>
                <a:spcPts val="0"/>
              </a:spcBef>
              <a:spcAft>
                <a:spcPts val="0"/>
              </a:spcAft>
              <a:buSzPts val="1000"/>
              <a:buFont typeface="Arial"/>
              <a:buNone/>
              <a:defRPr sz="1000">
                <a:latin typeface="Arial"/>
                <a:ea typeface="Arial"/>
                <a:cs typeface="Arial"/>
                <a:sym typeface="Arial"/>
              </a:defRPr>
            </a:lvl7pPr>
            <a:lvl8pPr indent="-228600" lvl="7" marL="3657600">
              <a:lnSpc>
                <a:spcPct val="100000"/>
              </a:lnSpc>
              <a:spcBef>
                <a:spcPts val="0"/>
              </a:spcBef>
              <a:spcAft>
                <a:spcPts val="0"/>
              </a:spcAft>
              <a:buSzPts val="1000"/>
              <a:buFont typeface="Arial"/>
              <a:buNone/>
              <a:defRPr sz="1000">
                <a:latin typeface="Arial"/>
                <a:ea typeface="Arial"/>
                <a:cs typeface="Arial"/>
                <a:sym typeface="Arial"/>
              </a:defRPr>
            </a:lvl8pPr>
            <a:lvl9pPr indent="-228600" lvl="8" marL="4114800">
              <a:lnSpc>
                <a:spcPct val="100000"/>
              </a:lnSpc>
              <a:spcBef>
                <a:spcPts val="0"/>
              </a:spcBef>
              <a:spcAft>
                <a:spcPts val="0"/>
              </a:spcAft>
              <a:buSzPts val="1000"/>
              <a:buFont typeface="Arial"/>
              <a:buNone/>
              <a:defRPr sz="1000">
                <a:latin typeface="Arial"/>
                <a:ea typeface="Arial"/>
                <a:cs typeface="Arial"/>
                <a:sym typeface="Arial"/>
              </a:defRPr>
            </a:lvl9pPr>
          </a:lstStyle>
          <a:p/>
        </p:txBody>
      </p:sp>
      <p:sp>
        <p:nvSpPr>
          <p:cNvPr id="62" name="Google Shape;62;p30"/>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pic>
        <p:nvPicPr>
          <p:cNvPr descr="C:/Users/admin/AppData/Roaming/PolarisOffice/ETemp/5312_13525584/fImage69015925724.png" id="66" name="Google Shape;66;p31"/>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67" name="Google Shape;67;p31"/>
          <p:cNvSpPr txBox="1"/>
          <p:nvPr>
            <p:ph type="title"/>
          </p:nvPr>
        </p:nvSpPr>
        <p:spPr>
          <a:xfrm>
            <a:off x="840105" y="457200"/>
            <a:ext cx="3932555" cy="1600835"/>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3200"/>
              <a:buFont typeface="Arial"/>
              <a:buNone/>
              <a:defRPr sz="32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1"/>
          <p:cNvSpPr txBox="1"/>
          <p:nvPr>
            <p:ph idx="2" type="pic"/>
          </p:nvPr>
        </p:nvSpPr>
        <p:spPr>
          <a:xfrm>
            <a:off x="5183505" y="987425"/>
            <a:ext cx="6172835" cy="487426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None/>
              <a:defRPr/>
            </a:lvl1pPr>
          </a:lstStyle>
          <a:p/>
        </p:txBody>
      </p:sp>
      <p:sp>
        <p:nvSpPr>
          <p:cNvPr id="69" name="Google Shape;69;p31"/>
          <p:cNvSpPr txBox="1"/>
          <p:nvPr>
            <p:ph idx="1" type="body"/>
          </p:nvPr>
        </p:nvSpPr>
        <p:spPr>
          <a:xfrm>
            <a:off x="840105" y="2057400"/>
            <a:ext cx="3932555" cy="38125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600"/>
              <a:buFont typeface="Arial"/>
              <a:buNone/>
              <a:defRPr sz="16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Font typeface="Arial"/>
              <a:buNone/>
              <a:defRPr sz="1400">
                <a:latin typeface="Arial"/>
                <a:ea typeface="Arial"/>
                <a:cs typeface="Arial"/>
                <a:sym typeface="Arial"/>
              </a:defRPr>
            </a:lvl2pPr>
            <a:lvl3pPr indent="-228600" lvl="2" marL="1371600" algn="l">
              <a:lnSpc>
                <a:spcPct val="100000"/>
              </a:lnSpc>
              <a:spcBef>
                <a:spcPts val="0"/>
              </a:spcBef>
              <a:spcAft>
                <a:spcPts val="0"/>
              </a:spcAft>
              <a:buSzPts val="1200"/>
              <a:buFont typeface="Arial"/>
              <a:buNone/>
              <a:defRPr sz="1200">
                <a:latin typeface="Arial"/>
                <a:ea typeface="Arial"/>
                <a:cs typeface="Arial"/>
                <a:sym typeface="Arial"/>
              </a:defRPr>
            </a:lvl3pPr>
            <a:lvl4pPr indent="-228600" lvl="3" marL="1828800" algn="l">
              <a:lnSpc>
                <a:spcPct val="100000"/>
              </a:lnSpc>
              <a:spcBef>
                <a:spcPts val="0"/>
              </a:spcBef>
              <a:spcAft>
                <a:spcPts val="0"/>
              </a:spcAft>
              <a:buSzPts val="1000"/>
              <a:buFont typeface="Arial"/>
              <a:buNone/>
              <a:defRPr sz="1000">
                <a:latin typeface="Arial"/>
                <a:ea typeface="Arial"/>
                <a:cs typeface="Arial"/>
                <a:sym typeface="Arial"/>
              </a:defRPr>
            </a:lvl4pPr>
            <a:lvl5pPr indent="-228600" lvl="4" marL="2286000" algn="l">
              <a:lnSpc>
                <a:spcPct val="100000"/>
              </a:lnSpc>
              <a:spcBef>
                <a:spcPts val="0"/>
              </a:spcBef>
              <a:spcAft>
                <a:spcPts val="0"/>
              </a:spcAft>
              <a:buSzPts val="1000"/>
              <a:buFont typeface="Arial"/>
              <a:buNone/>
              <a:defRPr sz="1000">
                <a:latin typeface="Arial"/>
                <a:ea typeface="Arial"/>
                <a:cs typeface="Arial"/>
                <a:sym typeface="Arial"/>
              </a:defRPr>
            </a:lvl5pPr>
            <a:lvl6pPr indent="-228600" lvl="5" marL="2743200">
              <a:lnSpc>
                <a:spcPct val="100000"/>
              </a:lnSpc>
              <a:spcBef>
                <a:spcPts val="0"/>
              </a:spcBef>
              <a:spcAft>
                <a:spcPts val="0"/>
              </a:spcAft>
              <a:buSzPts val="1000"/>
              <a:buFont typeface="Arial"/>
              <a:buNone/>
              <a:defRPr sz="1000">
                <a:latin typeface="Arial"/>
                <a:ea typeface="Arial"/>
                <a:cs typeface="Arial"/>
                <a:sym typeface="Arial"/>
              </a:defRPr>
            </a:lvl6pPr>
            <a:lvl7pPr indent="-228600" lvl="6" marL="3200400">
              <a:lnSpc>
                <a:spcPct val="100000"/>
              </a:lnSpc>
              <a:spcBef>
                <a:spcPts val="0"/>
              </a:spcBef>
              <a:spcAft>
                <a:spcPts val="0"/>
              </a:spcAft>
              <a:buSzPts val="1000"/>
              <a:buFont typeface="Arial"/>
              <a:buNone/>
              <a:defRPr sz="1000">
                <a:latin typeface="Arial"/>
                <a:ea typeface="Arial"/>
                <a:cs typeface="Arial"/>
                <a:sym typeface="Arial"/>
              </a:defRPr>
            </a:lvl7pPr>
            <a:lvl8pPr indent="-228600" lvl="7" marL="3657600">
              <a:lnSpc>
                <a:spcPct val="100000"/>
              </a:lnSpc>
              <a:spcBef>
                <a:spcPts val="0"/>
              </a:spcBef>
              <a:spcAft>
                <a:spcPts val="0"/>
              </a:spcAft>
              <a:buSzPts val="1000"/>
              <a:buFont typeface="Arial"/>
              <a:buNone/>
              <a:defRPr sz="1000">
                <a:latin typeface="Arial"/>
                <a:ea typeface="Arial"/>
                <a:cs typeface="Arial"/>
                <a:sym typeface="Arial"/>
              </a:defRPr>
            </a:lvl8pPr>
            <a:lvl9pPr indent="-228600" lvl="8" marL="4114800">
              <a:lnSpc>
                <a:spcPct val="100000"/>
              </a:lnSpc>
              <a:spcBef>
                <a:spcPts val="0"/>
              </a:spcBef>
              <a:spcAft>
                <a:spcPts val="0"/>
              </a:spcAft>
              <a:buSzPts val="1000"/>
              <a:buFont typeface="Arial"/>
              <a:buNone/>
              <a:defRPr sz="1000">
                <a:latin typeface="Arial"/>
                <a:ea typeface="Arial"/>
                <a:cs typeface="Arial"/>
                <a:sym typeface="Arial"/>
              </a:defRPr>
            </a:lvl9pPr>
          </a:lstStyle>
          <a:p/>
        </p:txBody>
      </p:sp>
      <p:sp>
        <p:nvSpPr>
          <p:cNvPr id="70" name="Google Shape;70;p31"/>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1"/>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3" name="Shape 73"/>
        <p:cNvGrpSpPr/>
        <p:nvPr/>
      </p:nvGrpSpPr>
      <p:grpSpPr>
        <a:xfrm>
          <a:off x="0" y="0"/>
          <a:ext cx="0" cy="0"/>
          <a:chOff x="0" y="0"/>
          <a:chExt cx="0" cy="0"/>
        </a:xfrm>
      </p:grpSpPr>
      <p:pic>
        <p:nvPicPr>
          <p:cNvPr descr="C:/Users/admin/AppData/Roaming/PolarisOffice/ETemp/5312_13525584/fImage69015771478.png" id="74" name="Google Shape;74;p32"/>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75" name="Google Shape;75;p32"/>
          <p:cNvSpPr txBox="1"/>
          <p:nvPr>
            <p:ph type="title"/>
          </p:nvPr>
        </p:nvSpPr>
        <p:spPr>
          <a:xfrm>
            <a:off x="838200" y="365125"/>
            <a:ext cx="10516235" cy="13265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3920173" y="-1256347"/>
            <a:ext cx="4352290" cy="1051623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2pPr>
            <a:lvl3pPr indent="-228600" lvl="2" marL="13716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3pPr>
            <a:lvl4pPr indent="-228600" lvl="3" marL="18288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4pPr>
            <a:lvl5pPr indent="-228600" lvl="4" marL="22860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77" name="Google Shape;77;p32"/>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80" name="Shape 80"/>
        <p:cNvGrpSpPr/>
        <p:nvPr/>
      </p:nvGrpSpPr>
      <p:grpSpPr>
        <a:xfrm>
          <a:off x="0" y="0"/>
          <a:ext cx="0" cy="0"/>
          <a:chOff x="0" y="0"/>
          <a:chExt cx="0" cy="0"/>
        </a:xfrm>
      </p:grpSpPr>
      <p:pic>
        <p:nvPicPr>
          <p:cNvPr descr="C:/Users/admin/AppData/Roaming/PolarisOffice/ETemp/5312_13525584/fImage69015609358.png" id="81" name="Google Shape;81;p33"/>
          <p:cNvPicPr preferRelativeResize="0"/>
          <p:nvPr/>
        </p:nvPicPr>
        <p:blipFill rotWithShape="1">
          <a:blip r:embed="rId2">
            <a:alphaModFix/>
          </a:blip>
          <a:srcRect b="0" l="0" r="0" t="0"/>
          <a:stretch/>
        </p:blipFill>
        <p:spPr>
          <a:xfrm>
            <a:off x="0" y="0"/>
            <a:ext cx="12192635" cy="6858635"/>
          </a:xfrm>
          <a:prstGeom prst="rect">
            <a:avLst/>
          </a:prstGeom>
          <a:noFill/>
          <a:ln>
            <a:noFill/>
          </a:ln>
        </p:spPr>
      </p:pic>
      <p:sp>
        <p:nvSpPr>
          <p:cNvPr id="82" name="Google Shape;82;p33"/>
          <p:cNvSpPr txBox="1"/>
          <p:nvPr>
            <p:ph type="title"/>
          </p:nvPr>
        </p:nvSpPr>
        <p:spPr>
          <a:xfrm rot="5400000">
            <a:off x="7133273" y="1956752"/>
            <a:ext cx="5812790" cy="262953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3"/>
          <p:cNvSpPr txBox="1"/>
          <p:nvPr>
            <p:ph idx="1" type="body"/>
          </p:nvPr>
        </p:nvSpPr>
        <p:spPr>
          <a:xfrm rot="5400000">
            <a:off x="1799273" y="-595948"/>
            <a:ext cx="5812790" cy="773493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2pPr>
            <a:lvl3pPr indent="-228600" lvl="2" marL="13716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3pPr>
            <a:lvl4pPr indent="-228600" lvl="3" marL="18288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4pPr>
            <a:lvl5pPr indent="-228600" lvl="4" marL="2286000" algn="l">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84" name="Google Shape;84;p33"/>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3"/>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3"/>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pic>
        <p:nvPicPr>
          <p:cNvPr descr="C:/Users/admin/AppData/Roaming/PolarisOffice/ETemp/5312_13525584/fImage108905166962.png" id="10" name="Google Shape;10;p23"/>
          <p:cNvPicPr preferRelativeResize="0"/>
          <p:nvPr/>
        </p:nvPicPr>
        <p:blipFill rotWithShape="1">
          <a:blip r:embed="rId1">
            <a:alphaModFix amt="35000"/>
          </a:blip>
          <a:srcRect b="0" l="0" r="0" t="0"/>
          <a:stretch/>
        </p:blipFill>
        <p:spPr>
          <a:xfrm>
            <a:off x="0" y="0"/>
            <a:ext cx="12192634" cy="6858635"/>
          </a:xfrm>
          <a:prstGeom prst="rect">
            <a:avLst/>
          </a:prstGeom>
          <a:noFill/>
          <a:ln>
            <a:noFill/>
          </a:ln>
          <a:effectLst>
            <a:reflection blurRad="0" dir="5400000" dist="38100" endA="0" endPos="30000" fadeDir="5400012" kx="0" rotWithShape="0" algn="bl" stPos="0" sy="-100000" ky="0"/>
          </a:effectLst>
        </p:spPr>
      </p:pic>
      <p:sp>
        <p:nvSpPr>
          <p:cNvPr id="11" name="Google Shape;11;p23"/>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3"/>
          <p:cNvSpPr txBox="1"/>
          <p:nvPr>
            <p:ph type="title"/>
          </p:nvPr>
        </p:nvSpPr>
        <p:spPr>
          <a:xfrm>
            <a:off x="838200" y="365125"/>
            <a:ext cx="10516235" cy="132651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3"/>
          <p:cNvSpPr txBox="1"/>
          <p:nvPr>
            <p:ph idx="1" type="body"/>
          </p:nvPr>
        </p:nvSpPr>
        <p:spPr>
          <a:xfrm>
            <a:off x="838200" y="1825625"/>
            <a:ext cx="10516235" cy="4352290"/>
          </a:xfrm>
          <a:prstGeom prst="rect">
            <a:avLst/>
          </a:prstGeom>
          <a:noFill/>
          <a:ln>
            <a:noFill/>
          </a:ln>
        </p:spPr>
        <p:txBody>
          <a:bodyPr anchorCtr="0" anchor="t" bIns="45700" lIns="91425" spcFirstLastPara="1" rIns="91425" wrap="square" tIns="45700">
            <a:norm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0"/>
              </a:spcBef>
              <a:spcAft>
                <a:spcPts val="0"/>
              </a:spcAft>
              <a:buSzPts val="2400"/>
              <a:buFont typeface="Arial"/>
              <a:buChar char="-"/>
              <a:defRPr b="0" i="0" sz="2400" u="none" cap="none" strike="noStrike"/>
            </a:lvl2pPr>
            <a:lvl3pPr indent="-355600" lvl="2" marL="1371600" marR="0" rtl="0" algn="l">
              <a:spcBef>
                <a:spcPts val="0"/>
              </a:spcBef>
              <a:spcAft>
                <a:spcPts val="0"/>
              </a:spcAft>
              <a:buSzPts val="2000"/>
              <a:buFont typeface="Arial"/>
              <a:buChar char="●"/>
              <a:defRPr b="0" i="0" sz="2000" u="none" cap="none" strike="noStrike"/>
            </a:lvl3pPr>
            <a:lvl4pPr indent="-342900" lvl="3" marL="1828800" marR="0" rtl="0" algn="l">
              <a:spcBef>
                <a:spcPts val="0"/>
              </a:spcBef>
              <a:spcAft>
                <a:spcPts val="0"/>
              </a:spcAft>
              <a:buSzPts val="1800"/>
              <a:buFont typeface="Arial"/>
              <a:buChar char="-"/>
              <a:defRPr b="0" i="0" sz="1800" u="none" cap="none" strike="noStrike"/>
            </a:lvl4pPr>
            <a:lvl5pPr indent="-342900" lvl="4" marL="2286000" marR="0" rtl="0" algn="l">
              <a:spcBef>
                <a:spcPts val="0"/>
              </a:spcBef>
              <a:spcAft>
                <a:spcPts val="0"/>
              </a:spcAft>
              <a:buSzPts val="1800"/>
              <a:buFont typeface="Arial"/>
              <a:buChar char="»"/>
              <a:defRPr b="0" i="0" sz="1800" u="none" cap="none" strike="noStrike"/>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jp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0" name="Shape 90"/>
        <p:cNvGrpSpPr/>
        <p:nvPr/>
      </p:nvGrpSpPr>
      <p:grpSpPr>
        <a:xfrm>
          <a:off x="0" y="0"/>
          <a:ext cx="0" cy="0"/>
          <a:chOff x="0" y="0"/>
          <a:chExt cx="0" cy="0"/>
        </a:xfrm>
      </p:grpSpPr>
      <p:sp>
        <p:nvSpPr>
          <p:cNvPr id="91" name="Google Shape;91;p1"/>
          <p:cNvSpPr txBox="1"/>
          <p:nvPr>
            <p:ph type="ctrTitle"/>
          </p:nvPr>
        </p:nvSpPr>
        <p:spPr>
          <a:xfrm>
            <a:off x="1524000" y="1122680"/>
            <a:ext cx="9144635" cy="238823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entury Gothic"/>
              <a:buNone/>
            </a:pPr>
            <a:r>
              <a:rPr b="0" lang="en-US" sz="4000" strike="noStrike">
                <a:solidFill>
                  <a:srgbClr val="0000FF"/>
                </a:solidFill>
                <a:latin typeface="Century Gothic"/>
                <a:ea typeface="Century Gothic"/>
                <a:cs typeface="Century Gothic"/>
                <a:sym typeface="Century Gothic"/>
              </a:rPr>
              <a:t>Machine Learning1</a:t>
            </a:r>
            <a:br>
              <a:rPr lang="en-US" sz="1800">
                <a:solidFill>
                  <a:srgbClr val="0000FF"/>
                </a:solidFill>
                <a:latin typeface="Arial"/>
                <a:ea typeface="Arial"/>
                <a:cs typeface="Arial"/>
                <a:sym typeface="Arial"/>
              </a:rPr>
            </a:br>
            <a:br>
              <a:rPr lang="en-US" sz="1800">
                <a:solidFill>
                  <a:srgbClr val="0000FF"/>
                </a:solidFill>
                <a:latin typeface="Arial"/>
                <a:ea typeface="Arial"/>
                <a:cs typeface="Arial"/>
                <a:sym typeface="Arial"/>
              </a:rPr>
            </a:br>
            <a:r>
              <a:rPr b="0" lang="en-US" sz="2800" strike="noStrike">
                <a:solidFill>
                  <a:srgbClr val="0000FF"/>
                </a:solidFill>
                <a:latin typeface="Century Gothic"/>
                <a:ea typeface="Century Gothic"/>
                <a:cs typeface="Century Gothic"/>
                <a:sym typeface="Century Gothic"/>
              </a:rPr>
              <a:t>Cluster-PCA Assignment)</a:t>
            </a:r>
            <a:endParaRPr sz="5000">
              <a:solidFill>
                <a:srgbClr val="0000FF"/>
              </a:solidFill>
              <a:latin typeface="Calibri"/>
              <a:ea typeface="Calibri"/>
              <a:cs typeface="Calibri"/>
              <a:sym typeface="Calibri"/>
            </a:endParaRPr>
          </a:p>
        </p:txBody>
      </p:sp>
      <p:sp>
        <p:nvSpPr>
          <p:cNvPr id="92" name="Google Shape;92;p1"/>
          <p:cNvSpPr txBox="1"/>
          <p:nvPr>
            <p:ph idx="1" type="subTitle"/>
          </p:nvPr>
        </p:nvSpPr>
        <p:spPr>
          <a:xfrm>
            <a:off x="1524000" y="3964940"/>
            <a:ext cx="9144635" cy="12782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2400"/>
              <a:buFont typeface="Palatino Linotype"/>
              <a:buNone/>
            </a:pPr>
            <a:r>
              <a:rPr b="0" lang="en-US" sz="2400" strike="noStrike">
                <a:solidFill>
                  <a:srgbClr val="000000"/>
                </a:solidFill>
                <a:latin typeface="Palatino Linotype"/>
                <a:ea typeface="Palatino Linotype"/>
                <a:cs typeface="Palatino Linotype"/>
                <a:sym typeface="Palatino Linotype"/>
              </a:rPr>
              <a:t>IIITB Data Science Course 2</a:t>
            </a:r>
            <a:endParaRPr b="0" sz="2400"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ts val="2400"/>
              <a:buFont typeface="Palatino Linotype"/>
              <a:buNone/>
            </a:pPr>
            <a:r>
              <a:rPr b="0" lang="en-US" sz="2400" strike="noStrike">
                <a:solidFill>
                  <a:srgbClr val="000000"/>
                </a:solidFill>
                <a:latin typeface="Palatino Linotype"/>
                <a:ea typeface="Palatino Linotype"/>
                <a:cs typeface="Palatino Linotype"/>
                <a:sym typeface="Palatino Linotype"/>
              </a:rPr>
              <a:t>By: Hari Thapliyal</a:t>
            </a:r>
            <a:endParaRPr sz="24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2"/>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1100"/>
              <a:buFont typeface="Arial"/>
              <a:buNone/>
            </a:pPr>
            <a:r>
              <a:rPr lang="en-US"/>
              <a:t>The dataset given has financial, health, population growth, mortality related data of 167 countries of the world. HELP international need to allocate $10 million fund to the countries, who deserves the most. The challenges before us is to identify which 5 countries deserve this fund the most. </a:t>
            </a:r>
            <a:endParaRPr/>
          </a:p>
          <a:p>
            <a:pPr indent="-50800" lvl="0" marL="228600" rtl="0" algn="l">
              <a:lnSpc>
                <a:spcPct val="90000"/>
              </a:lnSpc>
              <a:spcBef>
                <a:spcPts val="0"/>
              </a:spcBef>
              <a:spcAft>
                <a:spcPts val="0"/>
              </a:spcAft>
              <a:buClr>
                <a:schemeClr val="dk1"/>
              </a:buClr>
              <a:buSzPts val="1100"/>
              <a:buFont typeface="Arial"/>
              <a:buNone/>
            </a:pPr>
            <a:r>
              <a:t/>
            </a:r>
            <a:endParaRPr/>
          </a:p>
          <a:p>
            <a:pPr indent="-50800" lvl="0" marL="228600" rtl="0" algn="l">
              <a:lnSpc>
                <a:spcPct val="90000"/>
              </a:lnSpc>
              <a:spcBef>
                <a:spcPts val="0"/>
              </a:spcBef>
              <a:spcAft>
                <a:spcPts val="0"/>
              </a:spcAft>
              <a:buClr>
                <a:schemeClr val="dk1"/>
              </a:buClr>
              <a:buSzPts val="1100"/>
              <a:buFont typeface="Arial"/>
              <a:buNone/>
            </a:pPr>
            <a:r>
              <a:rPr lang="en-US"/>
              <a:t>W</a:t>
            </a:r>
            <a:r>
              <a:rPr lang="en-US"/>
              <a:t>e should cluster these countries based on the given data. After we are done with clustering we need to select 5 countries from the created clusters.</a:t>
            </a:r>
            <a:endParaRPr/>
          </a:p>
          <a:p>
            <a:pPr indent="-50800" lvl="0" marL="228600" rtl="0" algn="l">
              <a:lnSpc>
                <a:spcPct val="90000"/>
              </a:lnSpc>
              <a:spcBef>
                <a:spcPts val="0"/>
              </a:spcBef>
              <a:spcAft>
                <a:spcPts val="0"/>
              </a:spcAft>
              <a:buClr>
                <a:schemeClr val="dk1"/>
              </a:buClr>
              <a:buSzPts val="1100"/>
              <a:buFont typeface="Arial"/>
              <a:buNone/>
            </a:pPr>
            <a:r>
              <a:t/>
            </a:r>
            <a:endParaRPr/>
          </a:p>
          <a:p>
            <a:pPr indent="-50800" lvl="0" marL="228600" rtl="0" algn="l">
              <a:lnSpc>
                <a:spcPct val="90000"/>
              </a:lnSpc>
              <a:spcBef>
                <a:spcPts val="0"/>
              </a:spcBef>
              <a:spcAft>
                <a:spcPts val="0"/>
              </a:spcAft>
              <a:buClr>
                <a:schemeClr val="dk1"/>
              </a:buClr>
              <a:buSzPts val="1100"/>
              <a:buFont typeface="Arial"/>
              <a:buNone/>
            </a:pPr>
            <a:r>
              <a:rPr lang="en-US"/>
              <a:t>Second problems which I tried to solve is if some new country is added in this dataset or values of given parameters of the existing country change then predict in which cluster that particular country should be placed.</a:t>
            </a:r>
            <a:endParaRPr/>
          </a:p>
          <a:p>
            <a:pPr indent="-50800" lvl="0" marL="228600" rtl="0" algn="l">
              <a:lnSpc>
                <a:spcPct val="90000"/>
              </a:lnSpc>
              <a:spcBef>
                <a:spcPts val="0"/>
              </a:spcBef>
              <a:spcAft>
                <a:spcPts val="0"/>
              </a:spcAft>
              <a:buClr>
                <a:schemeClr val="dk1"/>
              </a:buClr>
              <a:buSzPts val="1100"/>
              <a:buFont typeface="Arial"/>
              <a:buNone/>
            </a:pPr>
            <a:r>
              <a:t/>
            </a:r>
            <a:endParaRPr/>
          </a:p>
          <a:p>
            <a:pPr indent="-50800" lvl="0" marL="228600" rtl="0" algn="l">
              <a:lnSpc>
                <a:spcPct val="90000"/>
              </a:lnSpc>
              <a:spcBef>
                <a:spcPts val="0"/>
              </a:spcBef>
              <a:spcAft>
                <a:spcPts val="0"/>
              </a:spcAft>
              <a:buClr>
                <a:schemeClr val="dk1"/>
              </a:buClr>
              <a:buSzPts val="2800"/>
              <a:buFont typeface="Arial"/>
              <a:buNone/>
            </a:pPr>
            <a:r>
              <a:t/>
            </a:r>
            <a:endParaRPr/>
          </a:p>
        </p:txBody>
      </p:sp>
      <p:sp>
        <p:nvSpPr>
          <p:cNvPr id="98" name="Google Shape;98;p2"/>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Problem Statement </a:t>
            </a:r>
            <a:endParaRPr sz="4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3"/>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Analysis Approach </a:t>
            </a:r>
            <a:endParaRPr/>
          </a:p>
        </p:txBody>
      </p:sp>
      <p:sp>
        <p:nvSpPr>
          <p:cNvPr id="104" name="Google Shape;104;p3"/>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368300" lvl="0" marL="457200" rtl="0" algn="l">
              <a:spcBef>
                <a:spcPts val="0"/>
              </a:spcBef>
              <a:spcAft>
                <a:spcPts val="0"/>
              </a:spcAft>
              <a:buSzPts val="2200"/>
              <a:buAutoNum type="arabicPeriod"/>
            </a:pPr>
            <a:r>
              <a:rPr lang="en-US" sz="2200"/>
              <a:t>Creating meaningful fields from % fields</a:t>
            </a:r>
            <a:endParaRPr sz="2200"/>
          </a:p>
          <a:p>
            <a:pPr indent="-368300" lvl="0" marL="457200" rtl="0" algn="l">
              <a:spcBef>
                <a:spcPts val="0"/>
              </a:spcBef>
              <a:spcAft>
                <a:spcPts val="0"/>
              </a:spcAft>
              <a:buSzPts val="2200"/>
              <a:buAutoNum type="arabicPeriod"/>
            </a:pPr>
            <a:r>
              <a:rPr lang="en-US" sz="2200"/>
              <a:t>Creating 2 more useful fields - Child_mortality_Fertality_Ratio,  Life_expectency_Fertality_Ratio.</a:t>
            </a:r>
            <a:endParaRPr sz="2200"/>
          </a:p>
          <a:p>
            <a:pPr indent="-368300" lvl="0" marL="457200" rtl="0" algn="l">
              <a:spcBef>
                <a:spcPts val="0"/>
              </a:spcBef>
              <a:spcAft>
                <a:spcPts val="0"/>
              </a:spcAft>
              <a:buSzPts val="2200"/>
              <a:buAutoNum type="arabicPeriod"/>
            </a:pPr>
            <a:r>
              <a:rPr b="1" lang="en-US" sz="2200"/>
              <a:t>Scale the data</a:t>
            </a:r>
            <a:r>
              <a:rPr lang="en-US" sz="2200"/>
              <a:t> using standard scaler</a:t>
            </a:r>
            <a:endParaRPr sz="2200"/>
          </a:p>
          <a:p>
            <a:pPr indent="-368300" lvl="0" marL="457200" rtl="0" algn="l">
              <a:spcBef>
                <a:spcPts val="0"/>
              </a:spcBef>
              <a:spcAft>
                <a:spcPts val="0"/>
              </a:spcAft>
              <a:buSzPts val="2200"/>
              <a:buAutoNum type="arabicPeriod"/>
            </a:pPr>
            <a:r>
              <a:rPr lang="en-US" sz="2200"/>
              <a:t>Perform PCA and get PCA features</a:t>
            </a:r>
            <a:endParaRPr sz="2200"/>
          </a:p>
          <a:p>
            <a:pPr indent="-368300" lvl="0" marL="457200" rtl="0" algn="l">
              <a:spcBef>
                <a:spcPts val="0"/>
              </a:spcBef>
              <a:spcAft>
                <a:spcPts val="0"/>
              </a:spcAft>
              <a:buSzPts val="2200"/>
              <a:buAutoNum type="arabicPeriod"/>
            </a:pPr>
            <a:r>
              <a:rPr lang="en-US" sz="2200"/>
              <a:t>Perform Hopkins Analysis- </a:t>
            </a:r>
            <a:r>
              <a:rPr b="1" lang="en-US" sz="2200"/>
              <a:t>Data is good</a:t>
            </a:r>
            <a:r>
              <a:rPr lang="en-US" sz="2200"/>
              <a:t> for Clustering?</a:t>
            </a:r>
            <a:endParaRPr sz="2200"/>
          </a:p>
          <a:p>
            <a:pPr indent="-368300" lvl="0" marL="457200" rtl="0" algn="l">
              <a:spcBef>
                <a:spcPts val="0"/>
              </a:spcBef>
              <a:spcAft>
                <a:spcPts val="0"/>
              </a:spcAft>
              <a:buSzPts val="2200"/>
              <a:buAutoNum type="arabicPeriod"/>
            </a:pPr>
            <a:r>
              <a:rPr lang="en-US" sz="2200"/>
              <a:t>Scree plot to Identify </a:t>
            </a:r>
            <a:r>
              <a:rPr b="1" lang="en-US" sz="2200"/>
              <a:t>how many PCA</a:t>
            </a:r>
            <a:r>
              <a:rPr lang="en-US" sz="2200"/>
              <a:t> will be </a:t>
            </a:r>
            <a:r>
              <a:rPr lang="en-US" sz="2200"/>
              <a:t>sufficient</a:t>
            </a:r>
            <a:r>
              <a:rPr lang="en-US" sz="2200"/>
              <a:t> to </a:t>
            </a:r>
            <a:r>
              <a:rPr lang="en-US" sz="2200"/>
              <a:t>accommodate</a:t>
            </a:r>
            <a:r>
              <a:rPr lang="en-US" sz="2200"/>
              <a:t> 90%+ variance</a:t>
            </a:r>
            <a:endParaRPr sz="2200"/>
          </a:p>
          <a:p>
            <a:pPr indent="-368300" lvl="0" marL="457200" rtl="0" algn="l">
              <a:spcBef>
                <a:spcPts val="0"/>
              </a:spcBef>
              <a:spcAft>
                <a:spcPts val="0"/>
              </a:spcAft>
              <a:buSzPts val="2200"/>
              <a:buAutoNum type="arabicPeriod"/>
            </a:pPr>
            <a:r>
              <a:rPr lang="en-US" sz="2200"/>
              <a:t>Visualize contribution of each original feature in important PCAs</a:t>
            </a:r>
            <a:endParaRPr sz="2200"/>
          </a:p>
          <a:p>
            <a:pPr indent="-368300" lvl="0" marL="457200" rtl="0" algn="l">
              <a:spcBef>
                <a:spcPts val="0"/>
              </a:spcBef>
              <a:spcAft>
                <a:spcPts val="0"/>
              </a:spcAft>
              <a:buSzPts val="2200"/>
              <a:buAutoNum type="arabicPeriod"/>
            </a:pPr>
            <a:r>
              <a:rPr lang="en-US" sz="2200"/>
              <a:t>Create a Dendogram</a:t>
            </a:r>
            <a:endParaRPr sz="2200"/>
          </a:p>
          <a:p>
            <a:pPr indent="-368300" lvl="0" marL="457200" rtl="0" algn="l">
              <a:spcBef>
                <a:spcPts val="0"/>
              </a:spcBef>
              <a:spcAft>
                <a:spcPts val="0"/>
              </a:spcAft>
              <a:buSzPts val="2200"/>
              <a:buAutoNum type="arabicPeriod"/>
            </a:pPr>
            <a:r>
              <a:rPr lang="en-US" sz="2200"/>
              <a:t>Perform silhoutte analysis, plot Elbow curve to determine </a:t>
            </a:r>
            <a:r>
              <a:rPr b="1" lang="en-US" sz="2200"/>
              <a:t>how many clusters</a:t>
            </a:r>
            <a:r>
              <a:rPr lang="en-US" sz="2200"/>
              <a:t> will be required</a:t>
            </a:r>
            <a:endParaRPr sz="2200"/>
          </a:p>
          <a:p>
            <a:pPr indent="-368300" lvl="0" marL="457200" rtl="0" algn="l">
              <a:spcBef>
                <a:spcPts val="0"/>
              </a:spcBef>
              <a:spcAft>
                <a:spcPts val="0"/>
              </a:spcAft>
              <a:buSzPts val="2200"/>
              <a:buAutoNum type="arabicPeriod"/>
            </a:pPr>
            <a:r>
              <a:rPr b="1" lang="en-US" sz="2200"/>
              <a:t>Decide the number of cluster</a:t>
            </a:r>
            <a:r>
              <a:rPr lang="en-US" sz="2200"/>
              <a:t> required and assign those to PCA and original data</a:t>
            </a:r>
            <a:endParaRPr sz="2200"/>
          </a:p>
          <a:p>
            <a:pPr indent="-368300" lvl="0" marL="457200" rtl="0" algn="l">
              <a:spcBef>
                <a:spcPts val="0"/>
              </a:spcBef>
              <a:spcAft>
                <a:spcPts val="0"/>
              </a:spcAft>
              <a:buSzPts val="2200"/>
              <a:buAutoNum type="arabicPeriod"/>
            </a:pPr>
            <a:r>
              <a:rPr lang="en-US" sz="2200"/>
              <a:t>Determine the mean of gdpp, mortality, income for each cluster</a:t>
            </a:r>
            <a:endParaRPr sz="2200"/>
          </a:p>
          <a:p>
            <a:pPr indent="-368300" lvl="0" marL="457200" rtl="0" algn="l">
              <a:spcBef>
                <a:spcPts val="0"/>
              </a:spcBef>
              <a:spcAft>
                <a:spcPts val="0"/>
              </a:spcAft>
              <a:buSzPts val="2200"/>
              <a:buAutoNum type="arabicPeriod"/>
            </a:pPr>
            <a:r>
              <a:rPr lang="en-US" sz="2200"/>
              <a:t>Plot countries using PCA and important variables</a:t>
            </a:r>
            <a:endParaRPr sz="2200"/>
          </a:p>
          <a:p>
            <a:pPr indent="-368300" lvl="0" marL="457200" rtl="0" algn="l">
              <a:spcBef>
                <a:spcPts val="0"/>
              </a:spcBef>
              <a:spcAft>
                <a:spcPts val="0"/>
              </a:spcAft>
              <a:buSzPts val="2200"/>
              <a:buAutoNum type="arabicPeriod"/>
            </a:pPr>
            <a:r>
              <a:rPr lang="en-US" sz="2200"/>
              <a:t>Identify 5 </a:t>
            </a:r>
            <a:r>
              <a:rPr lang="en-US" sz="2200"/>
              <a:t>countries</a:t>
            </a:r>
            <a:r>
              <a:rPr lang="en-US" sz="2200"/>
              <a:t> which need the funding</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4"/>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959"/>
              <a:buFont typeface="Calibri"/>
              <a:buNone/>
            </a:pPr>
            <a:r>
              <a:rPr lang="en-US" sz="3959"/>
              <a:t>Results of Principal Component Analysis and Clustering </a:t>
            </a:r>
            <a:endParaRPr/>
          </a:p>
        </p:txBody>
      </p:sp>
      <p:sp>
        <p:nvSpPr>
          <p:cNvPr id="110" name="Google Shape;110;p4"/>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165100" lvl="0" marL="342900" rtl="0" algn="l">
              <a:spcBef>
                <a:spcPts val="0"/>
              </a:spcBef>
              <a:spcAft>
                <a:spcPts val="0"/>
              </a:spcAft>
              <a:buClr>
                <a:schemeClr val="dk1"/>
              </a:buClr>
              <a:buSzPts val="2800"/>
              <a:buNone/>
            </a:pPr>
            <a:r>
              <a:rPr lang="en-US"/>
              <a:t>Identified 4 PCA which can represent 91% of the variation in the dataset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5"/>
          <p:cNvSpPr txBox="1"/>
          <p:nvPr>
            <p:ph type="ctrTitle"/>
          </p:nvPr>
        </p:nvSpPr>
        <p:spPr>
          <a:xfrm>
            <a:off x="1524000" y="1122680"/>
            <a:ext cx="9144635" cy="2388235"/>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6000"/>
              <a:buFont typeface="Arial"/>
              <a:buNone/>
            </a:pPr>
            <a:r>
              <a:rPr lang="en-US">
                <a:solidFill>
                  <a:srgbClr val="0000FF"/>
                </a:solidFill>
              </a:rPr>
              <a:t>Visualizations of the most Important Results </a:t>
            </a:r>
            <a:endParaRPr>
              <a:solidFill>
                <a:srgbClr val="0000FF"/>
              </a:solidFill>
            </a:endParaRPr>
          </a:p>
        </p:txBody>
      </p:sp>
      <p:sp>
        <p:nvSpPr>
          <p:cNvPr id="116" name="Google Shape;116;p5"/>
          <p:cNvSpPr txBox="1"/>
          <p:nvPr>
            <p:ph idx="1" type="subTitle"/>
          </p:nvPr>
        </p:nvSpPr>
        <p:spPr>
          <a:xfrm>
            <a:off x="1524000" y="3602355"/>
            <a:ext cx="9144635" cy="165608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lt1"/>
              </a:buClr>
              <a:buSzPts val="2400"/>
              <a:buFont typeface="Arial"/>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0" name="Shape 120"/>
        <p:cNvGrpSpPr/>
        <p:nvPr/>
      </p:nvGrpSpPr>
      <p:grpSpPr>
        <a:xfrm>
          <a:off x="0" y="0"/>
          <a:ext cx="0" cy="0"/>
          <a:chOff x="0" y="0"/>
          <a:chExt cx="0" cy="0"/>
        </a:xfrm>
      </p:grpSpPr>
      <p:pic>
        <p:nvPicPr>
          <p:cNvPr id="121" name="Google Shape;121;p6"/>
          <p:cNvPicPr preferRelativeResize="0"/>
          <p:nvPr/>
        </p:nvPicPr>
        <p:blipFill rotWithShape="1">
          <a:blip r:embed="rId3">
            <a:alphaModFix/>
          </a:blip>
          <a:srcRect b="0" l="0" r="0" t="0"/>
          <a:stretch/>
        </p:blipFill>
        <p:spPr>
          <a:xfrm>
            <a:off x="3429139" y="0"/>
            <a:ext cx="8334375" cy="6734175"/>
          </a:xfrm>
          <a:prstGeom prst="rect">
            <a:avLst/>
          </a:prstGeom>
          <a:noFill/>
          <a:ln>
            <a:noFill/>
          </a:ln>
        </p:spPr>
      </p:pic>
      <p:sp>
        <p:nvSpPr>
          <p:cNvPr id="122" name="Google Shape;122;p6"/>
          <p:cNvSpPr txBox="1"/>
          <p:nvPr>
            <p:ph type="title"/>
          </p:nvPr>
        </p:nvSpPr>
        <p:spPr>
          <a:xfrm flipH="1" rot="-5400000">
            <a:off x="-2565900" y="2911125"/>
            <a:ext cx="6245100" cy="879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Data Distribution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 name="Shape 126"/>
        <p:cNvGrpSpPr/>
        <p:nvPr/>
      </p:nvGrpSpPr>
      <p:grpSpPr>
        <a:xfrm>
          <a:off x="0" y="0"/>
          <a:ext cx="0" cy="0"/>
          <a:chOff x="0" y="0"/>
          <a:chExt cx="0" cy="0"/>
        </a:xfrm>
      </p:grpSpPr>
      <p:pic>
        <p:nvPicPr>
          <p:cNvPr id="127" name="Google Shape;127;p7"/>
          <p:cNvPicPr preferRelativeResize="0"/>
          <p:nvPr/>
        </p:nvPicPr>
        <p:blipFill rotWithShape="1">
          <a:blip r:embed="rId3">
            <a:alphaModFix/>
          </a:blip>
          <a:srcRect b="0" l="0" r="0" t="0"/>
          <a:stretch/>
        </p:blipFill>
        <p:spPr>
          <a:xfrm>
            <a:off x="4922576" y="0"/>
            <a:ext cx="6837363" cy="6858000"/>
          </a:xfrm>
          <a:prstGeom prst="rect">
            <a:avLst/>
          </a:prstGeom>
          <a:noFill/>
          <a:ln>
            <a:noFill/>
          </a:ln>
        </p:spPr>
      </p:pic>
      <p:sp>
        <p:nvSpPr>
          <p:cNvPr id="128" name="Google Shape;128;p7"/>
          <p:cNvSpPr/>
          <p:nvPr/>
        </p:nvSpPr>
        <p:spPr>
          <a:xfrm>
            <a:off x="153425" y="192225"/>
            <a:ext cx="4616700" cy="6417300"/>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000">
                <a:latin typeface="Courier New"/>
                <a:ea typeface="Courier New"/>
                <a:cs typeface="Courier New"/>
                <a:sym typeface="Courier New"/>
              </a:rPr>
              <a:t>Correlation and Shape of Relation</a:t>
            </a:r>
            <a:endParaRPr sz="20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2000">
              <a:latin typeface="Courier New"/>
              <a:ea typeface="Courier New"/>
              <a:cs typeface="Courier New"/>
              <a:sym typeface="Courier New"/>
            </a:endParaRPr>
          </a:p>
          <a:p>
            <a:pPr indent="0" lvl="0" marL="0" marR="0" rtl="0" algn="l">
              <a:lnSpc>
                <a:spcPct val="100000"/>
              </a:lnSpc>
              <a:spcBef>
                <a:spcPts val="0"/>
              </a:spcBef>
              <a:spcAft>
                <a:spcPts val="0"/>
              </a:spcAft>
              <a:buNone/>
            </a:pPr>
            <a:r>
              <a:rPr b="0" i="0" lang="en-US" sz="2000" u="none" cap="none" strike="noStrike">
                <a:solidFill>
                  <a:srgbClr val="000000"/>
                </a:solidFill>
                <a:latin typeface="Courier New"/>
                <a:ea typeface="Courier New"/>
                <a:cs typeface="Courier New"/>
                <a:sym typeface="Courier New"/>
              </a:rPr>
              <a:t>From Top-bottom, Left-Right Variables name in this correlation graph</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Courier New"/>
              <a:ea typeface="Courier New"/>
              <a:cs typeface="Courier New"/>
              <a:sym typeface="Courier New"/>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child_mort</a:t>
            </a:r>
            <a:endParaRPr b="0" i="0" sz="2000" u="none" cap="none" strike="noStrike">
              <a:solidFill>
                <a:srgbClr val="000000"/>
              </a:solidFill>
              <a:latin typeface="Courier New"/>
              <a:ea typeface="Courier New"/>
              <a:cs typeface="Courier New"/>
              <a:sym typeface="Courier New"/>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exports</a:t>
            </a:r>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health </a:t>
            </a:r>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imports</a:t>
            </a:r>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income</a:t>
            </a:r>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inflation</a:t>
            </a:r>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life_expec</a:t>
            </a:r>
            <a:endParaRPr b="0" i="0" sz="2000" u="none" cap="none" strike="noStrike">
              <a:solidFill>
                <a:srgbClr val="000000"/>
              </a:solidFill>
              <a:latin typeface="Courier New"/>
              <a:ea typeface="Courier New"/>
              <a:cs typeface="Courier New"/>
              <a:sym typeface="Courier New"/>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total_fer</a:t>
            </a:r>
            <a:endParaRPr b="0" i="0" sz="2000" u="none" cap="none" strike="noStrike">
              <a:solidFill>
                <a:srgbClr val="000000"/>
              </a:solidFill>
              <a:latin typeface="Courier New"/>
              <a:ea typeface="Courier New"/>
              <a:cs typeface="Courier New"/>
              <a:sym typeface="Courier New"/>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gdpp</a:t>
            </a:r>
            <a:endParaRPr b="0" i="0" sz="2000" u="none" cap="none" strike="noStrike">
              <a:solidFill>
                <a:srgbClr val="000000"/>
              </a:solidFill>
              <a:latin typeface="Courier New"/>
              <a:ea typeface="Courier New"/>
              <a:cs typeface="Courier New"/>
              <a:sym typeface="Courier New"/>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child_mort_fer_ratio</a:t>
            </a:r>
            <a:endParaRPr b="0" i="0" sz="2000" u="none" cap="none" strike="noStrike">
              <a:solidFill>
                <a:srgbClr val="000000"/>
              </a:solidFill>
              <a:latin typeface="Courier New"/>
              <a:ea typeface="Courier New"/>
              <a:cs typeface="Courier New"/>
              <a:sym typeface="Courier New"/>
            </a:endParaRPr>
          </a:p>
          <a:p>
            <a:pPr indent="-241300" lvl="0" marL="685800" marR="0" rtl="0" algn="l">
              <a:lnSpc>
                <a:spcPct val="100000"/>
              </a:lnSpc>
              <a:spcBef>
                <a:spcPts val="0"/>
              </a:spcBef>
              <a:spcAft>
                <a:spcPts val="0"/>
              </a:spcAft>
              <a:buClr>
                <a:srgbClr val="000000"/>
              </a:buClr>
              <a:buSzPts val="2000"/>
              <a:buFont typeface="Calibri"/>
              <a:buAutoNum type="arabicPeriod"/>
            </a:pPr>
            <a:r>
              <a:rPr b="0" i="0" lang="en-US" sz="2000" u="none" cap="none" strike="noStrike">
                <a:solidFill>
                  <a:srgbClr val="000000"/>
                </a:solidFill>
                <a:latin typeface="Courier New"/>
                <a:ea typeface="Courier New"/>
                <a:cs typeface="Courier New"/>
                <a:sym typeface="Courier New"/>
              </a:rPr>
              <a:t>life_expec_fer_ratio</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pic>
        <p:nvPicPr>
          <p:cNvPr id="133" name="Google Shape;133;p8"/>
          <p:cNvPicPr preferRelativeResize="0"/>
          <p:nvPr/>
        </p:nvPicPr>
        <p:blipFill rotWithShape="1">
          <a:blip r:embed="rId3">
            <a:alphaModFix/>
          </a:blip>
          <a:srcRect b="0" l="0" r="0" t="0"/>
          <a:stretch/>
        </p:blipFill>
        <p:spPr>
          <a:xfrm>
            <a:off x="295417" y="1296140"/>
            <a:ext cx="11661524" cy="4287914"/>
          </a:xfrm>
          <a:prstGeom prst="rect">
            <a:avLst/>
          </a:prstGeom>
          <a:noFill/>
          <a:ln>
            <a:noFill/>
          </a:ln>
        </p:spPr>
      </p:pic>
      <p:sp>
        <p:nvSpPr>
          <p:cNvPr id="134" name="Google Shape;134;p8"/>
          <p:cNvSpPr txBox="1"/>
          <p:nvPr>
            <p:ph type="title"/>
          </p:nvPr>
        </p:nvSpPr>
        <p:spPr>
          <a:xfrm>
            <a:off x="838200" y="1"/>
            <a:ext cx="10516200" cy="82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Contribution of Each Feature in PCA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 name="Shape 138"/>
        <p:cNvGrpSpPr/>
        <p:nvPr/>
      </p:nvGrpSpPr>
      <p:grpSpPr>
        <a:xfrm>
          <a:off x="0" y="0"/>
          <a:ext cx="0" cy="0"/>
          <a:chOff x="0" y="0"/>
          <a:chExt cx="0" cy="0"/>
        </a:xfrm>
      </p:grpSpPr>
      <p:pic>
        <p:nvPicPr>
          <p:cNvPr id="139" name="Google Shape;139;p9"/>
          <p:cNvPicPr preferRelativeResize="0"/>
          <p:nvPr/>
        </p:nvPicPr>
        <p:blipFill rotWithShape="1">
          <a:blip r:embed="rId3">
            <a:alphaModFix/>
          </a:blip>
          <a:srcRect b="0" l="0" r="0" t="0"/>
          <a:stretch/>
        </p:blipFill>
        <p:spPr>
          <a:xfrm>
            <a:off x="143182" y="1455937"/>
            <a:ext cx="12052949" cy="3994951"/>
          </a:xfrm>
          <a:prstGeom prst="rect">
            <a:avLst/>
          </a:prstGeom>
          <a:noFill/>
          <a:ln>
            <a:noFill/>
          </a:ln>
        </p:spPr>
      </p:pic>
      <p:sp>
        <p:nvSpPr>
          <p:cNvPr id="140" name="Google Shape;140;p9"/>
          <p:cNvSpPr txBox="1"/>
          <p:nvPr>
            <p:ph type="title"/>
          </p:nvPr>
        </p:nvSpPr>
        <p:spPr>
          <a:xfrm>
            <a:off x="838200" y="1"/>
            <a:ext cx="10516200" cy="82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PC1 &amp; PC2 </a:t>
            </a:r>
            <a:r>
              <a:rPr lang="en-US"/>
              <a:t>Contribution</a:t>
            </a:r>
            <a:r>
              <a:rPr lang="en-US"/>
              <a:t> of Original Features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4" name="Shape 144"/>
        <p:cNvGrpSpPr/>
        <p:nvPr/>
      </p:nvGrpSpPr>
      <p:grpSpPr>
        <a:xfrm>
          <a:off x="0" y="0"/>
          <a:ext cx="0" cy="0"/>
          <a:chOff x="0" y="0"/>
          <a:chExt cx="0" cy="0"/>
        </a:xfrm>
      </p:grpSpPr>
      <p:sp>
        <p:nvSpPr>
          <p:cNvPr id="145" name="Google Shape;145;p10"/>
          <p:cNvSpPr/>
          <p:nvPr/>
        </p:nvSpPr>
        <p:spPr>
          <a:xfrm>
            <a:off x="313677" y="1436833"/>
            <a:ext cx="300657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Screeplot –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Plotting the cumulative variance against the original number of components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Shows 4 PCA can explain 91 of variables</a:t>
            </a:r>
            <a:endParaRPr/>
          </a:p>
        </p:txBody>
      </p:sp>
      <p:sp>
        <p:nvSpPr>
          <p:cNvPr id="146" name="Google Shape;146;p10"/>
          <p:cNvSpPr txBox="1"/>
          <p:nvPr>
            <p:ph type="title"/>
          </p:nvPr>
        </p:nvSpPr>
        <p:spPr>
          <a:xfrm>
            <a:off x="838200" y="1"/>
            <a:ext cx="10516200" cy="82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Screeplot</a:t>
            </a:r>
            <a:endParaRPr/>
          </a:p>
        </p:txBody>
      </p:sp>
      <p:pic>
        <p:nvPicPr>
          <p:cNvPr id="147" name="Google Shape;147;p10"/>
          <p:cNvPicPr preferRelativeResize="0"/>
          <p:nvPr/>
        </p:nvPicPr>
        <p:blipFill>
          <a:blip r:embed="rId3">
            <a:alphaModFix/>
          </a:blip>
          <a:stretch>
            <a:fillRect/>
          </a:stretch>
        </p:blipFill>
        <p:spPr>
          <a:xfrm>
            <a:off x="3701251" y="1360799"/>
            <a:ext cx="7881750" cy="53081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1"/>
            <a:ext cx="10516235" cy="8273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Dendogram Using PCA (Complete)</a:t>
            </a:r>
            <a:endParaRPr/>
          </a:p>
        </p:txBody>
      </p:sp>
      <p:pic>
        <p:nvPicPr>
          <p:cNvPr id="153" name="Google Shape;153;p11"/>
          <p:cNvPicPr preferRelativeResize="0"/>
          <p:nvPr/>
        </p:nvPicPr>
        <p:blipFill>
          <a:blip r:embed="rId3">
            <a:alphaModFix/>
          </a:blip>
          <a:stretch>
            <a:fillRect/>
          </a:stretch>
        </p:blipFill>
        <p:spPr>
          <a:xfrm>
            <a:off x="420575" y="1976424"/>
            <a:ext cx="11446426" cy="396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838200" y="1"/>
            <a:ext cx="10516235" cy="8273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Silhouette Score</a:t>
            </a:r>
            <a:endParaRPr/>
          </a:p>
        </p:txBody>
      </p:sp>
      <p:pic>
        <p:nvPicPr>
          <p:cNvPr id="159" name="Google Shape;159;p12"/>
          <p:cNvPicPr preferRelativeResize="0"/>
          <p:nvPr/>
        </p:nvPicPr>
        <p:blipFill>
          <a:blip r:embed="rId3">
            <a:alphaModFix/>
          </a:blip>
          <a:stretch>
            <a:fillRect/>
          </a:stretch>
        </p:blipFill>
        <p:spPr>
          <a:xfrm>
            <a:off x="1397575" y="1209612"/>
            <a:ext cx="7816850" cy="5176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838200" y="1"/>
            <a:ext cx="10516235" cy="8273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Elbow Curve</a:t>
            </a:r>
            <a:endParaRPr/>
          </a:p>
        </p:txBody>
      </p:sp>
      <p:pic>
        <p:nvPicPr>
          <p:cNvPr id="165" name="Google Shape;165;p13"/>
          <p:cNvPicPr preferRelativeResize="0"/>
          <p:nvPr/>
        </p:nvPicPr>
        <p:blipFill rotWithShape="1">
          <a:blip r:embed="rId3">
            <a:alphaModFix/>
          </a:blip>
          <a:srcRect b="0" l="0" r="0" t="0"/>
          <a:stretch/>
        </p:blipFill>
        <p:spPr>
          <a:xfrm>
            <a:off x="2494625" y="1056441"/>
            <a:ext cx="8314489" cy="54775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14"/>
          <p:cNvSpPr txBox="1"/>
          <p:nvPr>
            <p:ph type="title"/>
          </p:nvPr>
        </p:nvSpPr>
        <p:spPr>
          <a:xfrm rot="-5400000">
            <a:off x="-2836415" y="2836415"/>
            <a:ext cx="6667129" cy="9942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Distribution using PCA 5 Clusters</a:t>
            </a:r>
            <a:endParaRPr/>
          </a:p>
        </p:txBody>
      </p:sp>
      <p:pic>
        <p:nvPicPr>
          <p:cNvPr id="171" name="Google Shape;171;p14"/>
          <p:cNvPicPr preferRelativeResize="0"/>
          <p:nvPr/>
        </p:nvPicPr>
        <p:blipFill>
          <a:blip r:embed="rId3">
            <a:alphaModFix/>
          </a:blip>
          <a:stretch>
            <a:fillRect/>
          </a:stretch>
        </p:blipFill>
        <p:spPr>
          <a:xfrm>
            <a:off x="2869924" y="228600"/>
            <a:ext cx="8662183" cy="655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15"/>
          <p:cNvSpPr txBox="1"/>
          <p:nvPr>
            <p:ph type="title"/>
          </p:nvPr>
        </p:nvSpPr>
        <p:spPr>
          <a:xfrm rot="-5400000">
            <a:off x="-2836415" y="2836415"/>
            <a:ext cx="6667129" cy="9942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Distribution using Actual Data</a:t>
            </a:r>
            <a:br>
              <a:rPr lang="en-US" sz="3600"/>
            </a:br>
            <a:r>
              <a:rPr lang="en-US" sz="3600"/>
              <a:t> 7 Clusters</a:t>
            </a:r>
            <a:endParaRPr/>
          </a:p>
        </p:txBody>
      </p:sp>
      <p:pic>
        <p:nvPicPr>
          <p:cNvPr id="177" name="Google Shape;177;p15"/>
          <p:cNvPicPr preferRelativeResize="0"/>
          <p:nvPr/>
        </p:nvPicPr>
        <p:blipFill>
          <a:blip r:embed="rId3">
            <a:alphaModFix/>
          </a:blip>
          <a:stretch>
            <a:fillRect/>
          </a:stretch>
        </p:blipFill>
        <p:spPr>
          <a:xfrm>
            <a:off x="2679075" y="343125"/>
            <a:ext cx="9051126" cy="6339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Google Shape;182;p16"/>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Countries in Clusters</a:t>
            </a:r>
            <a:endParaRPr/>
          </a:p>
        </p:txBody>
      </p:sp>
      <p:sp>
        <p:nvSpPr>
          <p:cNvPr id="183" name="Google Shape;183;p16"/>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342900" lvl="0" marL="342900" rtl="0" algn="l">
              <a:spcBef>
                <a:spcPts val="370"/>
              </a:spcBef>
              <a:spcAft>
                <a:spcPts val="0"/>
              </a:spcAft>
              <a:buSzPts val="1850"/>
              <a:buChar char="•"/>
            </a:pPr>
            <a:r>
              <a:rPr lang="en-US" sz="1850"/>
              <a:t>Clusterid : 0   </a:t>
            </a:r>
            <a:endParaRPr sz="1850"/>
          </a:p>
          <a:p>
            <a:pPr indent="0" lvl="0" marL="342900" rtl="0" algn="l">
              <a:spcBef>
                <a:spcPts val="370"/>
              </a:spcBef>
              <a:spcAft>
                <a:spcPts val="0"/>
              </a:spcAft>
              <a:buNone/>
            </a:pPr>
            <a:r>
              <a:rPr lang="en-US" sz="1850"/>
              <a:t>Australia, Austria, Belgium, Brunei, Canada, Cyprus, Czech Republic, Denmark, Finland, France, Germany, Greece, Iceland, Ireland, Israel, Italy, Japan, Kuwait, Malta, Netherlands, New Zealand, Norway, Portugal, Qatar, Singapore, Slovenia, South Korea, Spain, Sweden, Switzerland, United Arab Emirates, United Kingdom, United States </a:t>
            </a:r>
            <a:endParaRPr sz="1850"/>
          </a:p>
          <a:p>
            <a:pPr indent="0" lvl="0" marL="342900" rtl="0" algn="l">
              <a:spcBef>
                <a:spcPts val="370"/>
              </a:spcBef>
              <a:spcAft>
                <a:spcPts val="0"/>
              </a:spcAft>
              <a:buNone/>
            </a:pPr>
            <a:r>
              <a:t/>
            </a:r>
            <a:endParaRPr sz="1850"/>
          </a:p>
          <a:p>
            <a:pPr indent="-342900" lvl="0" marL="342900" rtl="0" algn="l">
              <a:spcBef>
                <a:spcPts val="370"/>
              </a:spcBef>
              <a:spcAft>
                <a:spcPts val="0"/>
              </a:spcAft>
              <a:buSzPts val="1850"/>
              <a:buChar char="•"/>
            </a:pPr>
            <a:r>
              <a:rPr lang="en-US" sz="1850"/>
              <a:t>Clusterid : 1   </a:t>
            </a:r>
            <a:endParaRPr sz="1850"/>
          </a:p>
          <a:p>
            <a:pPr indent="0" lvl="0" marL="342900" rtl="0" algn="l">
              <a:spcBef>
                <a:spcPts val="370"/>
              </a:spcBef>
              <a:spcAft>
                <a:spcPts val="0"/>
              </a:spcAft>
              <a:buNone/>
            </a:pPr>
            <a:r>
              <a:rPr lang="en-US" sz="1850"/>
              <a:t>Albania, Algeria, Antigua and Barbuda, Argentina, Armenia, Azerbaijan, Bahamas, Bahrain, Bangladesh, Barbados, Belarus, Belize, Bhutan, Bolivia, Bosnia and Herzegovina, Brazil, Bulgaria, Cambodia, Cape Verde, Chile, China, Colombia, Costa Rica, Croatia, Dominican Republic, Ecuador, Egypt, El Salvador, Estonia, Fiji, Georgia, Grenada, Guatemala, Guyana, Hungary, Indonesia, Iran, Jamaica, Jordan, Kazakhstan, Kyrgyz Republic, Latvia, Lebanon, Libya, Lithuania, Macedonia, FYR, Malaysia, Maldives, Mauritius, Micronesia, Fed. Sts., Moldova, Mongolia, Montenegro, Morocco, Nepal, Oman, Panama, Paraguay, Peru, Philippines, Poland, Romania, Russia, Samoa, Saudi Arabia, Serbia, Seychelles, Slovak Republic, Sri Lanka, St. Vincent and the Grenadines, Suriname, Thailand, Tonga, Tunisia, Turkey, Ukraine, Uruguay, Uzbekistan, Vanuatu, Venezuela, Vietnam </a:t>
            </a:r>
            <a:endParaRPr sz="18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9" name="Google Shape;189;p17"/>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346075" lvl="0" marL="342900" rtl="0" algn="l">
              <a:spcBef>
                <a:spcPts val="370"/>
              </a:spcBef>
              <a:spcAft>
                <a:spcPts val="0"/>
              </a:spcAft>
              <a:buSzPts val="1850"/>
              <a:buChar char="•"/>
            </a:pPr>
            <a:r>
              <a:rPr lang="en-US" sz="1850"/>
              <a:t>Clusterid : 2   </a:t>
            </a:r>
            <a:endParaRPr sz="1850"/>
          </a:p>
          <a:p>
            <a:pPr indent="0" lvl="0" marL="342900" rtl="0" algn="l">
              <a:spcBef>
                <a:spcPts val="370"/>
              </a:spcBef>
              <a:spcAft>
                <a:spcPts val="0"/>
              </a:spcAft>
              <a:buNone/>
            </a:pPr>
            <a:r>
              <a:rPr lang="en-US" sz="1850"/>
              <a:t>Afghanistan, Angola, Benin, Botswana, Burkina Faso, Burundi, Cameroon, Central African Republic, Chad, Comoros, Congo, Dem. Rep., Congo, Rep., "Cote dIvoire", Equatorial Guinea, Eritrea, Gabon, Gambia, Ghana, Guinea, Guinea-Bissau, Haiti, India, Iraq, Kenya, Kiribati, Lao, Lesotho, Liberia, Madagascar, Malawi, Mali, Mauritania, Mozambique, Myanmar, Namibia, Niger, Pakistan, Rwanda, Senegal, Sierra Leone, Solomon Islands, South Africa, Sudan, Tajikistan, Tanzania, Timor-Leste, Togo, Turkmenistan, Uganda, Yemen, Zambia </a:t>
            </a:r>
            <a:endParaRPr sz="1850"/>
          </a:p>
          <a:p>
            <a:pPr indent="0" lvl="0" marL="342900" rtl="0" algn="l">
              <a:spcBef>
                <a:spcPts val="370"/>
              </a:spcBef>
              <a:spcAft>
                <a:spcPts val="0"/>
              </a:spcAft>
              <a:buNone/>
            </a:pPr>
            <a:r>
              <a:t/>
            </a:r>
            <a:endParaRPr sz="1850"/>
          </a:p>
          <a:p>
            <a:pPr indent="-346075" lvl="0" marL="342900" rtl="0" algn="l">
              <a:spcBef>
                <a:spcPts val="370"/>
              </a:spcBef>
              <a:spcAft>
                <a:spcPts val="0"/>
              </a:spcAft>
              <a:buSzPts val="1850"/>
              <a:buChar char="•"/>
            </a:pPr>
            <a:r>
              <a:rPr lang="en-US" sz="1850"/>
              <a:t>Clusterid : 3   Luxembourg </a:t>
            </a:r>
            <a:endParaRPr sz="1850"/>
          </a:p>
          <a:p>
            <a:pPr indent="0" lvl="0" marL="342900" rtl="0" algn="l">
              <a:spcBef>
                <a:spcPts val="370"/>
              </a:spcBef>
              <a:spcAft>
                <a:spcPts val="0"/>
              </a:spcAft>
              <a:buNone/>
            </a:pPr>
            <a:r>
              <a:t/>
            </a:r>
            <a:endParaRPr sz="1850"/>
          </a:p>
          <a:p>
            <a:pPr indent="-346075" lvl="0" marL="342900" rtl="0" algn="l">
              <a:spcBef>
                <a:spcPts val="370"/>
              </a:spcBef>
              <a:spcAft>
                <a:spcPts val="0"/>
              </a:spcAft>
              <a:buSzPts val="1850"/>
              <a:buChar char="•"/>
            </a:pPr>
            <a:r>
              <a:rPr lang="en-US" sz="1850"/>
              <a:t>Clusterid : 4   Nigeria </a:t>
            </a:r>
            <a:endParaRPr sz="2590"/>
          </a:p>
          <a:p>
            <a:pPr indent="0" lvl="0" marL="0" rtl="0" algn="l">
              <a:lnSpc>
                <a:spcPct val="90000"/>
              </a:lnSpc>
              <a:spcBef>
                <a:spcPts val="518"/>
              </a:spcBef>
              <a:spcAft>
                <a:spcPts val="0"/>
              </a:spcAft>
              <a:buClr>
                <a:schemeClr val="dk1"/>
              </a:buClr>
              <a:buSzPts val="2590"/>
              <a:buNone/>
            </a:pPr>
            <a:r>
              <a:t/>
            </a:r>
            <a:endParaRPr sz="259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838200" y="1"/>
            <a:ext cx="10516235" cy="8273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Clustering Using PCA1 &amp; PCA2 Data</a:t>
            </a:r>
            <a:endParaRPr/>
          </a:p>
        </p:txBody>
      </p:sp>
      <p:pic>
        <p:nvPicPr>
          <p:cNvPr id="195" name="Google Shape;195;p18"/>
          <p:cNvPicPr preferRelativeResize="0"/>
          <p:nvPr/>
        </p:nvPicPr>
        <p:blipFill>
          <a:blip r:embed="rId3">
            <a:alphaModFix/>
          </a:blip>
          <a:stretch>
            <a:fillRect/>
          </a:stretch>
        </p:blipFill>
        <p:spPr>
          <a:xfrm>
            <a:off x="152400" y="979725"/>
            <a:ext cx="11552350" cy="57258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838200" y="1"/>
            <a:ext cx="10516235" cy="8273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Clustering Using Actual Data</a:t>
            </a:r>
            <a:endParaRPr/>
          </a:p>
        </p:txBody>
      </p:sp>
      <p:pic>
        <p:nvPicPr>
          <p:cNvPr id="201" name="Google Shape;201;p19"/>
          <p:cNvPicPr preferRelativeResize="0"/>
          <p:nvPr/>
        </p:nvPicPr>
        <p:blipFill>
          <a:blip r:embed="rId3">
            <a:alphaModFix/>
          </a:blip>
          <a:stretch>
            <a:fillRect/>
          </a:stretch>
        </p:blipFill>
        <p:spPr>
          <a:xfrm>
            <a:off x="152400" y="979725"/>
            <a:ext cx="11801375" cy="5725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Final List of Countries </a:t>
            </a:r>
            <a:endParaRPr/>
          </a:p>
        </p:txBody>
      </p:sp>
      <p:sp>
        <p:nvSpPr>
          <p:cNvPr id="207" name="Google Shape;207;p20"/>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chemeClr val="dk1"/>
              </a:buClr>
              <a:buSzPts val="2800"/>
              <a:buFont typeface="Calibri"/>
              <a:buAutoNum type="arabicPeriod"/>
            </a:pPr>
            <a:r>
              <a:rPr lang="en-US"/>
              <a:t>Haiti</a:t>
            </a:r>
            <a:endParaRPr/>
          </a:p>
          <a:p>
            <a:pPr indent="-514350" lvl="0" marL="514350" rtl="0" algn="l">
              <a:spcBef>
                <a:spcPts val="560"/>
              </a:spcBef>
              <a:spcAft>
                <a:spcPts val="0"/>
              </a:spcAft>
              <a:buClr>
                <a:schemeClr val="dk1"/>
              </a:buClr>
              <a:buSzPts val="2800"/>
              <a:buFont typeface="Calibri"/>
              <a:buAutoNum type="arabicPeriod"/>
            </a:pPr>
            <a:r>
              <a:rPr lang="en-US"/>
              <a:t>Sierra Leone</a:t>
            </a:r>
            <a:endParaRPr/>
          </a:p>
          <a:p>
            <a:pPr indent="-514350" lvl="0" marL="514350" rtl="0" algn="l">
              <a:spcBef>
                <a:spcPts val="560"/>
              </a:spcBef>
              <a:spcAft>
                <a:spcPts val="0"/>
              </a:spcAft>
              <a:buClr>
                <a:schemeClr val="dk1"/>
              </a:buClr>
              <a:buSzPts val="2800"/>
              <a:buFont typeface="Calibri"/>
              <a:buAutoNum type="arabicPeriod"/>
            </a:pPr>
            <a:r>
              <a:rPr lang="en-US"/>
              <a:t>Central African Republic</a:t>
            </a:r>
            <a:endParaRPr/>
          </a:p>
          <a:p>
            <a:pPr indent="-514350" lvl="0" marL="514350" rtl="0" algn="l">
              <a:spcBef>
                <a:spcPts val="560"/>
              </a:spcBef>
              <a:spcAft>
                <a:spcPts val="0"/>
              </a:spcAft>
              <a:buClr>
                <a:schemeClr val="dk1"/>
              </a:buClr>
              <a:buSzPts val="2800"/>
              <a:buFont typeface="Calibri"/>
              <a:buAutoNum type="arabicPeriod"/>
            </a:pPr>
            <a:r>
              <a:rPr lang="en-US"/>
              <a:t>Chad</a:t>
            </a:r>
            <a:endParaRPr/>
          </a:p>
          <a:p>
            <a:pPr indent="-514350" lvl="0" marL="514350" rtl="0" algn="l">
              <a:spcBef>
                <a:spcPts val="560"/>
              </a:spcBef>
              <a:spcAft>
                <a:spcPts val="0"/>
              </a:spcAft>
              <a:buClr>
                <a:schemeClr val="dk1"/>
              </a:buClr>
              <a:buSzPts val="2800"/>
              <a:buFont typeface="Calibri"/>
              <a:buAutoNum type="arabicPeriod"/>
            </a:pPr>
            <a:r>
              <a:rPr lang="en-US"/>
              <a:t>Mali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2" name="Shape 212"/>
        <p:cNvGrpSpPr/>
        <p:nvPr/>
      </p:nvGrpSpPr>
      <p:grpSpPr>
        <a:xfrm>
          <a:off x="0" y="0"/>
          <a:ext cx="0" cy="0"/>
          <a:chOff x="0" y="0"/>
          <a:chExt cx="0" cy="0"/>
        </a:xfrm>
      </p:grpSpPr>
      <p:sp>
        <p:nvSpPr>
          <p:cNvPr id="213" name="Google Shape;213;g5fa81ec770_0_14"/>
          <p:cNvSpPr txBox="1"/>
          <p:nvPr>
            <p:ph type="title"/>
          </p:nvPr>
        </p:nvSpPr>
        <p:spPr>
          <a:xfrm>
            <a:off x="275590" y="89535"/>
            <a:ext cx="11589300" cy="875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Hopkin Score</a:t>
            </a:r>
            <a:endParaRPr/>
          </a:p>
        </p:txBody>
      </p:sp>
      <p:sp>
        <p:nvSpPr>
          <p:cNvPr id="214" name="Google Shape;214;g5fa81ec770_0_14"/>
          <p:cNvSpPr txBox="1"/>
          <p:nvPr>
            <p:ph idx="1" type="body"/>
          </p:nvPr>
        </p:nvSpPr>
        <p:spPr>
          <a:xfrm>
            <a:off x="290830" y="1255395"/>
            <a:ext cx="11559000" cy="49224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Hopkin Score of the created cluster is .854</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It means the data in the dataset has high tendency of creating strong, cohesive clusters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8" name="Shape 218"/>
        <p:cNvGrpSpPr/>
        <p:nvPr/>
      </p:nvGrpSpPr>
      <p:grpSpPr>
        <a:xfrm>
          <a:off x="0" y="0"/>
          <a:ext cx="0" cy="0"/>
          <a:chOff x="0" y="0"/>
          <a:chExt cx="0" cy="0"/>
        </a:xfrm>
      </p:grpSpPr>
      <p:sp>
        <p:nvSpPr>
          <p:cNvPr id="219" name="Google Shape;219;p21"/>
          <p:cNvSpPr txBox="1"/>
          <p:nvPr>
            <p:ph type="title"/>
          </p:nvPr>
        </p:nvSpPr>
        <p:spPr>
          <a:xfrm>
            <a:off x="275590" y="89535"/>
            <a:ext cx="11589385" cy="87566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Prediction using PCA</a:t>
            </a:r>
            <a:endParaRPr/>
          </a:p>
        </p:txBody>
      </p:sp>
      <p:sp>
        <p:nvSpPr>
          <p:cNvPr id="220" name="Google Shape;220;p21"/>
          <p:cNvSpPr txBox="1"/>
          <p:nvPr>
            <p:ph idx="1" type="body"/>
          </p:nvPr>
        </p:nvSpPr>
        <p:spPr>
          <a:xfrm>
            <a:off x="290830" y="1255395"/>
            <a:ext cx="11558905" cy="4922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lang="en-US"/>
              <a:t>Using Hierarchical Clustering</a:t>
            </a:r>
            <a:endParaRPr/>
          </a:p>
          <a:p>
            <a:pPr indent="-342900" lvl="0" marL="342900" rtl="0" algn="l">
              <a:spcBef>
                <a:spcPts val="560"/>
              </a:spcBef>
              <a:spcAft>
                <a:spcPts val="0"/>
              </a:spcAft>
              <a:buClr>
                <a:schemeClr val="dk1"/>
              </a:buClr>
              <a:buSzPts val="2800"/>
              <a:buChar char="•"/>
            </a:pPr>
            <a:r>
              <a:rPr lang="en-US"/>
              <a:t>Accuracy on Train Dataset : 0.98</a:t>
            </a:r>
            <a:endParaRPr/>
          </a:p>
          <a:p>
            <a:pPr indent="-342900" lvl="0" marL="342900" rtl="0" algn="l">
              <a:spcBef>
                <a:spcPts val="560"/>
              </a:spcBef>
              <a:spcAft>
                <a:spcPts val="0"/>
              </a:spcAft>
              <a:buClr>
                <a:schemeClr val="dk1"/>
              </a:buClr>
              <a:buSzPts val="2800"/>
              <a:buChar char="•"/>
            </a:pPr>
            <a:r>
              <a:rPr lang="en-US"/>
              <a:t>Accuracy on Test Dataset : 0.98</a:t>
            </a:r>
            <a:endParaRPr/>
          </a:p>
          <a:p>
            <a:pPr indent="-165100" lvl="0" marL="342900" rtl="0" algn="l">
              <a:spcBef>
                <a:spcPts val="560"/>
              </a:spcBef>
              <a:spcAft>
                <a:spcPts val="0"/>
              </a:spcAft>
              <a:buClr>
                <a:schemeClr val="dk1"/>
              </a:buClr>
              <a:buSzPts val="2800"/>
              <a:buNone/>
            </a:pPr>
            <a:r>
              <a:t/>
            </a:r>
            <a:endParaRPr/>
          </a:p>
          <a:p>
            <a:pPr indent="0" lvl="0" marL="0" rtl="0" algn="l">
              <a:spcBef>
                <a:spcPts val="560"/>
              </a:spcBef>
              <a:spcAft>
                <a:spcPts val="0"/>
              </a:spcAft>
              <a:buClr>
                <a:schemeClr val="dk1"/>
              </a:buClr>
              <a:buSzPts val="2800"/>
              <a:buNone/>
            </a:pPr>
            <a:r>
              <a:rPr lang="en-US"/>
              <a:t>Using KMeans Clustering</a:t>
            </a:r>
            <a:endParaRPr/>
          </a:p>
          <a:p>
            <a:pPr indent="-342900" lvl="0" marL="342900" rtl="0" algn="l">
              <a:spcBef>
                <a:spcPts val="560"/>
              </a:spcBef>
              <a:spcAft>
                <a:spcPts val="0"/>
              </a:spcAft>
              <a:buClr>
                <a:schemeClr val="dk1"/>
              </a:buClr>
              <a:buSzPts val="2800"/>
              <a:buChar char="•"/>
            </a:pPr>
            <a:r>
              <a:rPr lang="en-US"/>
              <a:t>Accuracy on Train Dataset : 0.95</a:t>
            </a:r>
            <a:endParaRPr/>
          </a:p>
          <a:p>
            <a:pPr indent="-342900" lvl="0" marL="342900" rtl="0" algn="l">
              <a:spcBef>
                <a:spcPts val="560"/>
              </a:spcBef>
              <a:spcAft>
                <a:spcPts val="0"/>
              </a:spcAft>
              <a:buClr>
                <a:schemeClr val="dk1"/>
              </a:buClr>
              <a:buSzPts val="2800"/>
              <a:buChar char="•"/>
            </a:pPr>
            <a:r>
              <a:rPr lang="en-US"/>
              <a:t>Accuracy on Test Dataset : 0.90</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4" name="Shape 224"/>
        <p:cNvGrpSpPr/>
        <p:nvPr/>
      </p:nvGrpSpPr>
      <p:grpSpPr>
        <a:xfrm>
          <a:off x="0" y="0"/>
          <a:ext cx="0" cy="0"/>
          <a:chOff x="0" y="0"/>
          <a:chExt cx="0" cy="0"/>
        </a:xfrm>
      </p:grpSpPr>
      <p:pic>
        <p:nvPicPr>
          <p:cNvPr descr="C:/Users/admin/AppData/Roaming/PolarisOffice/ETemp/5312_13525584/fImage76586124464.jpeg" id="225" name="Google Shape;225;p22"/>
          <p:cNvPicPr preferRelativeResize="0"/>
          <p:nvPr/>
        </p:nvPicPr>
        <p:blipFill rotWithShape="1">
          <a:blip r:embed="rId3">
            <a:alphaModFix/>
          </a:blip>
          <a:srcRect b="0" l="0" r="0" t="0"/>
          <a:stretch/>
        </p:blipFill>
        <p:spPr>
          <a:xfrm>
            <a:off x="-635" y="-7620"/>
            <a:ext cx="5481955" cy="4233545"/>
          </a:xfrm>
          <a:prstGeom prst="rect">
            <a:avLst/>
          </a:prstGeom>
          <a:noFill/>
          <a:ln>
            <a:noFill/>
          </a:ln>
          <a:effectLst>
            <a:outerShdw blurRad="50800" rotWithShape="0" algn="ctr" dir="5400000" dist="50760">
              <a:srgbClr val="000000"/>
            </a:outerShdw>
            <a:reflection blurRad="0" dir="5400000" dist="50800" endA="0" endPos="65000" fadeDir="5400000" kx="0" rotWithShape="0" algn="bl" stA="0" stPos="0" sy="-100000" ky="0"/>
          </a:effectLst>
        </p:spPr>
      </p:pic>
      <p:pic>
        <p:nvPicPr>
          <p:cNvPr descr="C:/Users/admin/AppData/Roaming/PolarisOffice/ETemp/5312_13525584/fImage7136776135705.png" id="226" name="Google Shape;226;p22"/>
          <p:cNvPicPr preferRelativeResize="0"/>
          <p:nvPr/>
        </p:nvPicPr>
        <p:blipFill rotWithShape="1">
          <a:blip r:embed="rId4">
            <a:alphaModFix/>
          </a:blip>
          <a:srcRect b="0" l="0" r="0" t="0"/>
          <a:stretch/>
        </p:blipFill>
        <p:spPr>
          <a:xfrm>
            <a:off x="7956550" y="2193925"/>
            <a:ext cx="4032885" cy="4514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 wav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Hari Thapliyal</dc:creator>
</cp:coreProperties>
</file>